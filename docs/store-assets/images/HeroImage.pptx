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7F67D-3661-84DB-A04B-32611F814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DFBAD1-3EB2-0EC8-4F3F-B699FE229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1AF7BF-BD8D-0856-1C1A-6BB0411C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86155E-1454-2320-DECD-75A5497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DC966A-89C6-CF8E-2696-3DA81025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35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10E23-C38F-1C36-6A4F-B5CBB3D9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F7AE29-CB22-A7A1-7D62-F9E48EF41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FDF57F-95C7-7ACA-2DF5-80D4E1C9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86350-145E-9036-3F19-F9EBC797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242EC-62B9-D080-7A0C-4AB25E7B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13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6299D7-82D4-1162-B297-771EA31E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FC524B-B2A7-3CB8-91AE-B642EA8A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B734AE-A40F-D02B-4787-E063B912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7A7E4A-ED2E-C702-DCFF-0D025F70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579035-1A5C-0185-7DB9-E55AC886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70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3789B-7305-45CE-0AEA-5B65C871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8CD293-1A57-1EA4-CA88-C27F48B8D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BB9AF1-87AE-DF00-46AF-FB4DE9198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075CF5-4C37-5CB1-DD3F-A8A45DC8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0FFDF7-9B9A-075D-1050-0D177729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CA1374-51BE-501C-E9DA-FF50FA31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87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972F4E-1FFE-0B68-4F2F-8B4112A6C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A16730-00F0-936F-E51C-15A4421E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C5A8DB-E886-165E-7907-E8065F6C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0ED92-5D53-DDB1-D8C9-443AA1035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7F6EF9-1441-ADF7-4932-4517A0E51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423A6D-7C7D-9D66-E018-3D19EBED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755249-42F3-1651-E9BA-AE94AFE2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90E2FE-EBA7-5DB0-9ED5-DCF6A8C6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98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08DCC-9012-0AF7-5927-E8547E2A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138482-F5C7-7CEF-4124-019C8CD4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65D14B-3EC2-8F81-95DC-A6C14404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19A9B0-A964-0BD6-FD75-AC73AFB9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56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47B299-A2B7-AC41-7F83-BE271C4B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63ECD4-BF3F-CEBA-2469-B84DED48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6B02CD-7EEC-FF27-6DA0-4B4293DA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486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C6DBE-6F10-7686-F08F-D8A42396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8F2442-31A8-60E2-AB6A-909B6F1E9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8A5F54-08FC-C5A1-0250-13BCE1A90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FCA68D-DEBD-D804-0424-EC24FA48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359729-CB27-E910-C014-9DA68F26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43D86D-2EAD-784C-DF26-AC25828A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07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DCCB8D-A9CB-477D-EA5C-46910E54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60B538-6876-54C9-1AD4-452E6CD2B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6C61D4-619E-5365-B338-E3802D4DA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15FD6A-4AEB-C6AC-BE7C-F50E757D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9F9C5B-7798-2A39-EFF0-461EBB0E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E49D4A-8937-755D-68F8-9C446BFB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34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4E9FCE-6C6B-9AA7-FD8B-4492E7A9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22E3AD-0218-C13C-F881-854FAF87F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C7B537-D4BD-B83B-958B-AC9D7AD5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5B155-35DD-2F1B-4F2E-3D9758C0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AF3B39-034A-7732-63CC-59178C77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93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C01643-62C5-4F1D-8AEE-A0FA285BB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6B3A7A-323B-9AE9-CFEE-55D0D87E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A10F5A-08E3-2DA7-C626-23A56FAD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E2F4A3-E4DD-A19E-1F86-BE625C21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93B5E9-94F8-CF45-EDBB-ACBDF9EC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824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30F52A-E316-9F05-AA39-87026E55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AA9E35-F2E1-1133-D484-8A6F2D616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DF180-89CC-AD56-8980-2A58D14DB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C914D-BB1B-4F72-B280-A261E5560CC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ED1A75-CBFA-E48F-A74B-6625EECDB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7FF4F7-1DEB-49BA-56CC-32587D957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37F49-78BC-4B10-8F3A-B2BA2BCDA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35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00DDBB4-5518-74C7-F84B-ADB729304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CE75232-347D-DC8B-4D93-29198A20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83" y="3429000"/>
            <a:ext cx="1833417" cy="294766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D23549-328E-63FC-5E39-6676B03D6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9" y="381000"/>
            <a:ext cx="2038163" cy="286057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253FC1-3AC8-0A28-4A0A-D413166026A1}"/>
              </a:ext>
            </a:extLst>
          </p:cNvPr>
          <p:cNvSpPr/>
          <p:nvPr/>
        </p:nvSpPr>
        <p:spPr>
          <a:xfrm>
            <a:off x="7358159" y="1257291"/>
            <a:ext cx="470353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6600" b="1" cap="none" spc="0" dirty="0">
                <a:ln w="0"/>
                <a:solidFill>
                  <a:schemeClr val="tx1"/>
                </a:solidFill>
                <a:effectLst>
                  <a:outerShdw blurRad="50800" dist="38100" dir="18300000" algn="bl" rotWithShape="0">
                    <a:prstClr val="black">
                      <a:alpha val="40000"/>
                    </a:prstClr>
                  </a:outerShdw>
                </a:effectLst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YAMAKAGE</a:t>
            </a:r>
            <a:endParaRPr lang="ja-JP" altLang="en-US" sz="6600" b="1" cap="none" spc="0" dirty="0">
              <a:ln w="0"/>
              <a:solidFill>
                <a:schemeClr val="tx1"/>
              </a:solidFill>
              <a:effectLst>
                <a:outerShdw blurRad="50800" dist="38100" dir="18300000" algn="bl" rotWithShape="0">
                  <a:prstClr val="black">
                    <a:alpha val="40000"/>
                  </a:prstClr>
                </a:outerShdw>
              </a:effectLst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A2F57C5-F2FC-C767-59F6-D73E9EC6BC04}"/>
              </a:ext>
            </a:extLst>
          </p:cNvPr>
          <p:cNvSpPr/>
          <p:nvPr/>
        </p:nvSpPr>
        <p:spPr>
          <a:xfrm>
            <a:off x="2838878" y="4492714"/>
            <a:ext cx="947246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ja-JP" sz="4400" b="1" dirty="0">
                <a:solidFill>
                  <a:schemeClr val="bg2">
                    <a:lumMod val="75000"/>
                  </a:schemeClr>
                </a:solidFill>
              </a:rPr>
              <a:t>Terrain-Aware Sunset &amp; Sunrise.</a:t>
            </a:r>
            <a:endParaRPr lang="ja-JP" altLang="en-US" sz="4400" b="1" cap="none" spc="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71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HGPｺﾞｼｯｸE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共生 市村</dc:creator>
  <cp:lastModifiedBy>共生 市村</cp:lastModifiedBy>
  <cp:revision>1</cp:revision>
  <dcterms:created xsi:type="dcterms:W3CDTF">2026-08-05T05:20:02Z</dcterms:created>
  <dcterms:modified xsi:type="dcterms:W3CDTF">2026-08-05T05:20:21Z</dcterms:modified>
</cp:coreProperties>
</file>