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BA46C-0E68-3F27-9D3F-0F21E0107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A028241-85BF-8557-5774-85E684A027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1B466A-CCC1-7E38-660F-350A4C98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A314E13-BEA5-688B-0594-4F577F25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E42387-D94E-9245-283A-35590E77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446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E319CC-91B2-8840-C8DD-BABBEAEA1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BBFCA54-8D34-E5C7-9EFF-7A0E4EF3A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5478D0-12E8-6F6A-CCA9-01F50B66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1F30B2-E97D-A3D0-8678-A46F2655D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CD9323-FB7B-6BCE-22FE-399417B8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6679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09ADAF-2378-5EBE-20A3-0C6EFAAE7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7F8BFF3-F103-F1C5-C065-A50B99F51A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2424E74-45A1-B228-2D23-EB8CC087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6F656F-2CB8-82D1-4395-40C7D563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4B712A-5043-24F2-425A-606D85BF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214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A579DC-E196-7914-DFD5-CF1FC232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84C2F5-C297-43D8-7561-5B3B3C3AA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C0572B-D9F8-F802-C830-16FDAC248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0F9D81E-69FB-6AA7-7529-D65792E1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399942-B330-9B66-3ACF-D0A191C3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9DFDBA-611D-F051-CE2F-2AC2408B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73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816A90-CD80-C921-7523-3E0AE29ED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63C3FBB-9508-13F5-8DDD-07CC35CF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C4695D-6B00-F5F4-3E0B-09F108721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CC4A8E2-C0FE-BB3C-97E2-A3C92CECB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AC37B2C-1096-2A4A-7493-EE1BF54067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B0DE1C7-C888-7249-E783-0910318C3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C887043-F5BF-82DB-8505-5F3A6008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4E20A75-8FF8-DED4-A7DF-ADD0DC66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26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DACBF8-5C7C-6482-C281-0B9294E4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4A59366-4389-1045-9511-6EE95A7C1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04D2851-DD06-C11C-6A4C-12E0F6EBB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49FE482-168A-0DFE-2BFA-E91483B49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51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609F843-E71A-2762-1903-C95E09D8E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45624B-1E77-E768-5CAA-8EE35538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D458381-7BC8-1C48-51FC-C1C0DCCF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25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8DEB5F-BBA9-6EDD-34C9-7FCB2238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6442D4-9CB6-C479-3ADE-36871687E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B658AC-E300-D224-F0DC-4CFB89E58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098854-FFC2-5BD7-DCAE-A6CE0E11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D4C4A69-1E67-6056-493D-04AABC85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F09B48-2A06-4F06-4AC8-2F194924D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03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CD9B44-B201-8BBC-43E4-A1A0CAC5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09311C2-1869-ECCE-EB99-4F26F425F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894581-2171-19D3-D298-F55E80F1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235D4C3-09CC-8C1B-B0AE-6882EDE1B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0A83849-21B5-6AEF-4D22-CC1F8421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CF9DF5-09E9-7CFF-44AB-E4B20B3A7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750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DD3353-BE26-23C7-E9A5-A5B1ADBA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B30227-4488-D48D-8329-B718A3E3D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126CF7-58F5-B82D-7CF7-093D6AF8D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2D49C92-9250-B73B-AFB3-5FADC2021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B129CE-95EE-F052-A418-A00325245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772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A419EA-192D-9650-03CB-D4AA5354C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18633B-8C7D-92F2-EA1B-2509C35C5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06B0A8-D004-D42C-06D2-BBE0A5657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BB1508-0129-5B64-4593-0CF24BF8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F3F088-0887-E4E9-5FC0-03438CB9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5158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A41ED94-8E89-C9FF-1035-1AD33F89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5011D71-859B-898A-3FF9-4C211AB32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FC041EB-7AF2-8DB5-889F-6EBE30B9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5E02D-0C8B-421E-ABD8-EBBDC56DCCEC}" type="datetimeFigureOut">
              <a:rPr kumimoji="1" lang="ja-JP" altLang="en-US" smtClean="0"/>
              <a:t>2026/8/22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31175E-A6B9-A664-9764-11897BBE5D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636105-0E78-55F4-37EB-25944140CA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65208D-3A6B-4578-9595-D75121DAB6F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793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BA8FEDEE-E57E-B056-76BD-AC2636F937E7}"/>
              </a:ext>
            </a:extLst>
          </p:cNvPr>
          <p:cNvGrpSpPr/>
          <p:nvPr/>
        </p:nvGrpSpPr>
        <p:grpSpPr>
          <a:xfrm>
            <a:off x="4031673" y="461490"/>
            <a:ext cx="1016000" cy="689746"/>
            <a:chOff x="4031673" y="461490"/>
            <a:chExt cx="1016000" cy="689746"/>
          </a:xfrm>
        </p:grpSpPr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55D30290-1F2C-4972-ED52-5380E2015982}"/>
                </a:ext>
              </a:extLst>
            </p:cNvPr>
            <p:cNvSpPr/>
            <p:nvPr/>
          </p:nvSpPr>
          <p:spPr>
            <a:xfrm>
              <a:off x="4082470" y="461490"/>
              <a:ext cx="914400" cy="546100"/>
            </a:xfrm>
            <a:custGeom>
              <a:avLst/>
              <a:gdLst>
                <a:gd name="csX0" fmla="*/ 729901 w 914400"/>
                <a:gd name="csY0" fmla="*/ 391588 h 546100"/>
                <a:gd name="csX1" fmla="*/ 914400 w 914400"/>
                <a:gd name="csY1" fmla="*/ 457200 h 546100"/>
                <a:gd name="csX2" fmla="*/ 729901 w 914400"/>
                <a:gd name="csY2" fmla="*/ 522812 h 546100"/>
                <a:gd name="csX3" fmla="*/ 184499 w 914400"/>
                <a:gd name="csY3" fmla="*/ 391588 h 546100"/>
                <a:gd name="csX4" fmla="*/ 184499 w 914400"/>
                <a:gd name="csY4" fmla="*/ 522812 h 546100"/>
                <a:gd name="csX5" fmla="*/ 0 w 914400"/>
                <a:gd name="csY5" fmla="*/ 457200 h 546100"/>
                <a:gd name="csX6" fmla="*/ 457200 w 914400"/>
                <a:gd name="csY6" fmla="*/ 228600 h 546100"/>
                <a:gd name="csX7" fmla="*/ 685800 w 914400"/>
                <a:gd name="csY7" fmla="*/ 457200 h 546100"/>
                <a:gd name="csX8" fmla="*/ 667852 w 914400"/>
                <a:gd name="csY8" fmla="*/ 546100 h 546100"/>
                <a:gd name="csX9" fmla="*/ 246548 w 914400"/>
                <a:gd name="csY9" fmla="*/ 546100 h 546100"/>
                <a:gd name="csX10" fmla="*/ 228600 w 914400"/>
                <a:gd name="csY10" fmla="*/ 457200 h 546100"/>
                <a:gd name="csX11" fmla="*/ 457200 w 914400"/>
                <a:gd name="csY11" fmla="*/ 228600 h 546100"/>
                <a:gd name="csX12" fmla="*/ 780457 w 914400"/>
                <a:gd name="csY12" fmla="*/ 133900 h 546100"/>
                <a:gd name="csX13" fmla="*/ 696415 w 914400"/>
                <a:gd name="csY13" fmla="*/ 310773 h 546100"/>
                <a:gd name="csX14" fmla="*/ 603627 w 914400"/>
                <a:gd name="csY14" fmla="*/ 217985 h 546100"/>
                <a:gd name="csX15" fmla="*/ 133900 w 914400"/>
                <a:gd name="csY15" fmla="*/ 133900 h 546100"/>
                <a:gd name="csX16" fmla="*/ 310773 w 914400"/>
                <a:gd name="csY16" fmla="*/ 217985 h 546100"/>
                <a:gd name="csX17" fmla="*/ 217985 w 914400"/>
                <a:gd name="csY17" fmla="*/ 310773 h 546100"/>
                <a:gd name="csX18" fmla="*/ 457200 w 914400"/>
                <a:gd name="csY18" fmla="*/ 0 h 546100"/>
                <a:gd name="csX19" fmla="*/ 522812 w 914400"/>
                <a:gd name="csY19" fmla="*/ 184499 h 546100"/>
                <a:gd name="csX20" fmla="*/ 391588 w 914400"/>
                <a:gd name="csY20" fmla="*/ 184499 h 5461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</a:cxnLst>
              <a:rect l="l" t="t" r="r" b="b"/>
              <a:pathLst>
                <a:path w="914400" h="546100">
                  <a:moveTo>
                    <a:pt x="729901" y="391588"/>
                  </a:moveTo>
                  <a:lnTo>
                    <a:pt x="914400" y="457200"/>
                  </a:lnTo>
                  <a:lnTo>
                    <a:pt x="729901" y="522812"/>
                  </a:lnTo>
                  <a:close/>
                  <a:moveTo>
                    <a:pt x="184499" y="391588"/>
                  </a:moveTo>
                  <a:lnTo>
                    <a:pt x="184499" y="522812"/>
                  </a:lnTo>
                  <a:lnTo>
                    <a:pt x="0" y="457200"/>
                  </a:lnTo>
                  <a:close/>
                  <a:moveTo>
                    <a:pt x="457200" y="228600"/>
                  </a:moveTo>
                  <a:cubicBezTo>
                    <a:pt x="583452" y="228600"/>
                    <a:pt x="685800" y="330948"/>
                    <a:pt x="685800" y="457200"/>
                  </a:cubicBezTo>
                  <a:lnTo>
                    <a:pt x="667852" y="546100"/>
                  </a:lnTo>
                  <a:lnTo>
                    <a:pt x="246548" y="546100"/>
                  </a:lnTo>
                  <a:lnTo>
                    <a:pt x="228600" y="457200"/>
                  </a:lnTo>
                  <a:cubicBezTo>
                    <a:pt x="228600" y="330948"/>
                    <a:pt x="330948" y="228600"/>
                    <a:pt x="457200" y="228600"/>
                  </a:cubicBezTo>
                  <a:close/>
                  <a:moveTo>
                    <a:pt x="780457" y="133900"/>
                  </a:moveTo>
                  <a:lnTo>
                    <a:pt x="696415" y="310773"/>
                  </a:lnTo>
                  <a:lnTo>
                    <a:pt x="603627" y="217985"/>
                  </a:lnTo>
                  <a:close/>
                  <a:moveTo>
                    <a:pt x="133900" y="133900"/>
                  </a:moveTo>
                  <a:lnTo>
                    <a:pt x="310773" y="217985"/>
                  </a:lnTo>
                  <a:lnTo>
                    <a:pt x="217985" y="310773"/>
                  </a:lnTo>
                  <a:close/>
                  <a:moveTo>
                    <a:pt x="457200" y="0"/>
                  </a:moveTo>
                  <a:lnTo>
                    <a:pt x="522812" y="184499"/>
                  </a:lnTo>
                  <a:lnTo>
                    <a:pt x="391588" y="184499"/>
                  </a:lnTo>
                  <a:close/>
                </a:path>
              </a:pathLst>
            </a:custGeom>
            <a:solidFill>
              <a:schemeClr val="bg1"/>
            </a:solidFill>
            <a:ln>
              <a:extLst>
                <a:ext uri="{C807C97D-BFC1-408E-A445-0C87EB9F89A2}">
                  <ask:lineSketchStyleProps xmlns:ask="http://schemas.microsoft.com/office/drawing/2018/sketchyshapes" sd="194302135">
                    <a:custGeom>
                      <a:avLst/>
                      <a:gdLst>
                        <a:gd name="csX0" fmla="*/ 729901 w 914400"/>
                        <a:gd name="csY0" fmla="*/ 391588 h 546100"/>
                        <a:gd name="csX1" fmla="*/ 914400 w 914400"/>
                        <a:gd name="csY1" fmla="*/ 457200 h 546100"/>
                        <a:gd name="csX2" fmla="*/ 729901 w 914400"/>
                        <a:gd name="csY2" fmla="*/ 522812 h 546100"/>
                        <a:gd name="csX3" fmla="*/ 729901 w 914400"/>
                        <a:gd name="csY3" fmla="*/ 391588 h 546100"/>
                        <a:gd name="csX4" fmla="*/ 184499 w 914400"/>
                        <a:gd name="csY4" fmla="*/ 391588 h 546100"/>
                        <a:gd name="csX5" fmla="*/ 184499 w 914400"/>
                        <a:gd name="csY5" fmla="*/ 522812 h 546100"/>
                        <a:gd name="csX6" fmla="*/ 0 w 914400"/>
                        <a:gd name="csY6" fmla="*/ 457200 h 546100"/>
                        <a:gd name="csX7" fmla="*/ 184499 w 914400"/>
                        <a:gd name="csY7" fmla="*/ 391588 h 546100"/>
                        <a:gd name="csX8" fmla="*/ 457200 w 914400"/>
                        <a:gd name="csY8" fmla="*/ 228600 h 546100"/>
                        <a:gd name="csX9" fmla="*/ 685800 w 914400"/>
                        <a:gd name="csY9" fmla="*/ 457200 h 546100"/>
                        <a:gd name="csX10" fmla="*/ 667852 w 914400"/>
                        <a:gd name="csY10" fmla="*/ 546100 h 546100"/>
                        <a:gd name="csX11" fmla="*/ 246548 w 914400"/>
                        <a:gd name="csY11" fmla="*/ 546100 h 546100"/>
                        <a:gd name="csX12" fmla="*/ 228600 w 914400"/>
                        <a:gd name="csY12" fmla="*/ 457200 h 546100"/>
                        <a:gd name="csX13" fmla="*/ 457200 w 914400"/>
                        <a:gd name="csY13" fmla="*/ 228600 h 546100"/>
                        <a:gd name="csX14" fmla="*/ 780457 w 914400"/>
                        <a:gd name="csY14" fmla="*/ 133900 h 546100"/>
                        <a:gd name="csX15" fmla="*/ 696415 w 914400"/>
                        <a:gd name="csY15" fmla="*/ 310773 h 546100"/>
                        <a:gd name="csX16" fmla="*/ 603627 w 914400"/>
                        <a:gd name="csY16" fmla="*/ 217985 h 546100"/>
                        <a:gd name="csX17" fmla="*/ 780457 w 914400"/>
                        <a:gd name="csY17" fmla="*/ 133900 h 546100"/>
                        <a:gd name="csX18" fmla="*/ 133900 w 914400"/>
                        <a:gd name="csY18" fmla="*/ 133900 h 546100"/>
                        <a:gd name="csX19" fmla="*/ 310773 w 914400"/>
                        <a:gd name="csY19" fmla="*/ 217985 h 546100"/>
                        <a:gd name="csX20" fmla="*/ 217985 w 914400"/>
                        <a:gd name="csY20" fmla="*/ 310773 h 546100"/>
                        <a:gd name="csX21" fmla="*/ 133900 w 914400"/>
                        <a:gd name="csY21" fmla="*/ 133900 h 546100"/>
                        <a:gd name="csX22" fmla="*/ 457200 w 914400"/>
                        <a:gd name="csY22" fmla="*/ 0 h 546100"/>
                        <a:gd name="csX23" fmla="*/ 522812 w 914400"/>
                        <a:gd name="csY23" fmla="*/ 184499 h 546100"/>
                        <a:gd name="csX24" fmla="*/ 391588 w 914400"/>
                        <a:gd name="csY24" fmla="*/ 184499 h 546100"/>
                        <a:gd name="csX25" fmla="*/ 457200 w 914400"/>
                        <a:gd name="csY25" fmla="*/ 0 h 54610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  <a:cxn ang="0">
                          <a:pos x="csX18" y="csY18"/>
                        </a:cxn>
                        <a:cxn ang="0">
                          <a:pos x="csX19" y="csY19"/>
                        </a:cxn>
                        <a:cxn ang="0">
                          <a:pos x="csX20" y="csY20"/>
                        </a:cxn>
                        <a:cxn ang="0">
                          <a:pos x="csX21" y="csY21"/>
                        </a:cxn>
                        <a:cxn ang="0">
                          <a:pos x="csX22" y="csY22"/>
                        </a:cxn>
                        <a:cxn ang="0">
                          <a:pos x="csX23" y="csY23"/>
                        </a:cxn>
                        <a:cxn ang="0">
                          <a:pos x="csX24" y="csY24"/>
                        </a:cxn>
                        <a:cxn ang="0">
                          <a:pos x="csX25" y="csY25"/>
                        </a:cxn>
                      </a:cxnLst>
                      <a:rect l="l" t="t" r="r" b="b"/>
                      <a:pathLst>
                        <a:path w="914400" h="546100" fill="none" extrusionOk="0">
                          <a:moveTo>
                            <a:pt x="729901" y="391588"/>
                          </a:moveTo>
                          <a:cubicBezTo>
                            <a:pt x="778273" y="406236"/>
                            <a:pt x="838686" y="448107"/>
                            <a:pt x="914400" y="457200"/>
                          </a:cubicBezTo>
                          <a:cubicBezTo>
                            <a:pt x="842488" y="497525"/>
                            <a:pt x="770530" y="493322"/>
                            <a:pt x="729901" y="522812"/>
                          </a:cubicBezTo>
                          <a:cubicBezTo>
                            <a:pt x="715270" y="463146"/>
                            <a:pt x="736676" y="455347"/>
                            <a:pt x="729901" y="391588"/>
                          </a:cubicBezTo>
                          <a:close/>
                          <a:moveTo>
                            <a:pt x="184499" y="391588"/>
                          </a:moveTo>
                          <a:cubicBezTo>
                            <a:pt x="197411" y="427970"/>
                            <a:pt x="182631" y="480850"/>
                            <a:pt x="184499" y="522812"/>
                          </a:cubicBezTo>
                          <a:cubicBezTo>
                            <a:pt x="130534" y="518214"/>
                            <a:pt x="91476" y="483061"/>
                            <a:pt x="0" y="457200"/>
                          </a:cubicBezTo>
                          <a:cubicBezTo>
                            <a:pt x="42257" y="434299"/>
                            <a:pt x="116988" y="432966"/>
                            <a:pt x="184499" y="391588"/>
                          </a:cubicBezTo>
                          <a:close/>
                          <a:moveTo>
                            <a:pt x="457200" y="228600"/>
                          </a:moveTo>
                          <a:cubicBezTo>
                            <a:pt x="579365" y="263401"/>
                            <a:pt x="719132" y="348742"/>
                            <a:pt x="685800" y="457200"/>
                          </a:cubicBezTo>
                          <a:cubicBezTo>
                            <a:pt x="689354" y="490732"/>
                            <a:pt x="666773" y="502701"/>
                            <a:pt x="667852" y="546100"/>
                          </a:cubicBezTo>
                          <a:cubicBezTo>
                            <a:pt x="575194" y="581699"/>
                            <a:pt x="384986" y="503562"/>
                            <a:pt x="246548" y="546100"/>
                          </a:cubicBezTo>
                          <a:cubicBezTo>
                            <a:pt x="234672" y="510833"/>
                            <a:pt x="234617" y="478498"/>
                            <a:pt x="228600" y="457200"/>
                          </a:cubicBezTo>
                          <a:cubicBezTo>
                            <a:pt x="205238" y="329537"/>
                            <a:pt x="305869" y="232876"/>
                            <a:pt x="457200" y="228600"/>
                          </a:cubicBezTo>
                          <a:close/>
                          <a:moveTo>
                            <a:pt x="780457" y="133900"/>
                          </a:moveTo>
                          <a:cubicBezTo>
                            <a:pt x="751978" y="224273"/>
                            <a:pt x="702419" y="254301"/>
                            <a:pt x="696415" y="310773"/>
                          </a:cubicBezTo>
                          <a:cubicBezTo>
                            <a:pt x="667504" y="282369"/>
                            <a:pt x="626291" y="234851"/>
                            <a:pt x="603627" y="217985"/>
                          </a:cubicBezTo>
                          <a:cubicBezTo>
                            <a:pt x="676978" y="178998"/>
                            <a:pt x="745386" y="159615"/>
                            <a:pt x="780457" y="133900"/>
                          </a:cubicBezTo>
                          <a:close/>
                          <a:moveTo>
                            <a:pt x="133900" y="133900"/>
                          </a:moveTo>
                          <a:cubicBezTo>
                            <a:pt x="201927" y="156317"/>
                            <a:pt x="228084" y="199724"/>
                            <a:pt x="310773" y="217985"/>
                          </a:cubicBezTo>
                          <a:cubicBezTo>
                            <a:pt x="295365" y="251689"/>
                            <a:pt x="232843" y="275024"/>
                            <a:pt x="217985" y="310773"/>
                          </a:cubicBezTo>
                          <a:cubicBezTo>
                            <a:pt x="162051" y="231162"/>
                            <a:pt x="167364" y="161845"/>
                            <a:pt x="133900" y="133900"/>
                          </a:cubicBezTo>
                          <a:close/>
                          <a:moveTo>
                            <a:pt x="457200" y="0"/>
                          </a:moveTo>
                          <a:cubicBezTo>
                            <a:pt x="488126" y="62934"/>
                            <a:pt x="504715" y="144292"/>
                            <a:pt x="522812" y="184499"/>
                          </a:cubicBezTo>
                          <a:cubicBezTo>
                            <a:pt x="484715" y="184787"/>
                            <a:pt x="425277" y="173947"/>
                            <a:pt x="391588" y="184499"/>
                          </a:cubicBezTo>
                          <a:cubicBezTo>
                            <a:pt x="398665" y="115148"/>
                            <a:pt x="441611" y="71293"/>
                            <a:pt x="457200" y="0"/>
                          </a:cubicBezTo>
                          <a:close/>
                        </a:path>
                        <a:path w="914400" h="546100" stroke="0" extrusionOk="0">
                          <a:moveTo>
                            <a:pt x="729901" y="391588"/>
                          </a:moveTo>
                          <a:cubicBezTo>
                            <a:pt x="805060" y="404504"/>
                            <a:pt x="839245" y="453202"/>
                            <a:pt x="914400" y="457200"/>
                          </a:cubicBezTo>
                          <a:cubicBezTo>
                            <a:pt x="871259" y="491547"/>
                            <a:pt x="777930" y="482806"/>
                            <a:pt x="729901" y="522812"/>
                          </a:cubicBezTo>
                          <a:cubicBezTo>
                            <a:pt x="725812" y="459392"/>
                            <a:pt x="742708" y="437981"/>
                            <a:pt x="729901" y="391588"/>
                          </a:cubicBezTo>
                          <a:close/>
                          <a:moveTo>
                            <a:pt x="184499" y="391588"/>
                          </a:moveTo>
                          <a:cubicBezTo>
                            <a:pt x="188318" y="443018"/>
                            <a:pt x="179368" y="483807"/>
                            <a:pt x="184499" y="522812"/>
                          </a:cubicBezTo>
                          <a:cubicBezTo>
                            <a:pt x="124286" y="512095"/>
                            <a:pt x="71124" y="478593"/>
                            <a:pt x="0" y="457200"/>
                          </a:cubicBezTo>
                          <a:cubicBezTo>
                            <a:pt x="46547" y="427078"/>
                            <a:pt x="133555" y="427974"/>
                            <a:pt x="184499" y="391588"/>
                          </a:cubicBezTo>
                          <a:close/>
                          <a:moveTo>
                            <a:pt x="457200" y="228600"/>
                          </a:moveTo>
                          <a:cubicBezTo>
                            <a:pt x="576961" y="225126"/>
                            <a:pt x="700887" y="334600"/>
                            <a:pt x="685800" y="457200"/>
                          </a:cubicBezTo>
                          <a:cubicBezTo>
                            <a:pt x="687175" y="483104"/>
                            <a:pt x="670869" y="506398"/>
                            <a:pt x="667852" y="546100"/>
                          </a:cubicBezTo>
                          <a:cubicBezTo>
                            <a:pt x="475529" y="571861"/>
                            <a:pt x="381403" y="531170"/>
                            <a:pt x="246548" y="546100"/>
                          </a:cubicBezTo>
                          <a:cubicBezTo>
                            <a:pt x="235304" y="520358"/>
                            <a:pt x="243114" y="479504"/>
                            <a:pt x="228600" y="457200"/>
                          </a:cubicBezTo>
                          <a:cubicBezTo>
                            <a:pt x="226473" y="296330"/>
                            <a:pt x="321266" y="195891"/>
                            <a:pt x="457200" y="228600"/>
                          </a:cubicBezTo>
                          <a:close/>
                          <a:moveTo>
                            <a:pt x="780457" y="133900"/>
                          </a:moveTo>
                          <a:cubicBezTo>
                            <a:pt x="763624" y="214173"/>
                            <a:pt x="709646" y="248561"/>
                            <a:pt x="696415" y="310773"/>
                          </a:cubicBezTo>
                          <a:cubicBezTo>
                            <a:pt x="664823" y="299988"/>
                            <a:pt x="639422" y="235249"/>
                            <a:pt x="603627" y="217985"/>
                          </a:cubicBezTo>
                          <a:cubicBezTo>
                            <a:pt x="641473" y="198150"/>
                            <a:pt x="698195" y="177705"/>
                            <a:pt x="780457" y="133900"/>
                          </a:cubicBezTo>
                          <a:close/>
                          <a:moveTo>
                            <a:pt x="133900" y="133900"/>
                          </a:moveTo>
                          <a:cubicBezTo>
                            <a:pt x="187354" y="148458"/>
                            <a:pt x="227818" y="189248"/>
                            <a:pt x="310773" y="217985"/>
                          </a:cubicBezTo>
                          <a:cubicBezTo>
                            <a:pt x="289143" y="248554"/>
                            <a:pt x="247317" y="259533"/>
                            <a:pt x="217985" y="310773"/>
                          </a:cubicBezTo>
                          <a:cubicBezTo>
                            <a:pt x="180398" y="232337"/>
                            <a:pt x="175805" y="214482"/>
                            <a:pt x="133900" y="133900"/>
                          </a:cubicBezTo>
                          <a:close/>
                          <a:moveTo>
                            <a:pt x="457200" y="0"/>
                          </a:moveTo>
                          <a:cubicBezTo>
                            <a:pt x="505146" y="72059"/>
                            <a:pt x="496687" y="149982"/>
                            <a:pt x="522812" y="184499"/>
                          </a:cubicBezTo>
                          <a:cubicBezTo>
                            <a:pt x="482374" y="194777"/>
                            <a:pt x="432943" y="173543"/>
                            <a:pt x="391588" y="184499"/>
                          </a:cubicBezTo>
                          <a:cubicBezTo>
                            <a:pt x="418886" y="92886"/>
                            <a:pt x="445940" y="39571"/>
                            <a:pt x="457200" y="0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grpSp>
          <p:nvGrpSpPr>
            <p:cNvPr id="59" name="グループ化 58">
              <a:extLst>
                <a:ext uri="{FF2B5EF4-FFF2-40B4-BE49-F238E27FC236}">
                  <a16:creationId xmlns:a16="http://schemas.microsoft.com/office/drawing/2014/main" id="{9601078E-74BB-DA9D-956D-0871EA7A6B72}"/>
                </a:ext>
              </a:extLst>
            </p:cNvPr>
            <p:cNvGrpSpPr/>
            <p:nvPr/>
          </p:nvGrpSpPr>
          <p:grpSpPr>
            <a:xfrm>
              <a:off x="4031673" y="828183"/>
              <a:ext cx="1016000" cy="323053"/>
              <a:chOff x="4031673" y="828183"/>
              <a:chExt cx="1016000" cy="323053"/>
            </a:xfrm>
          </p:grpSpPr>
          <p:cxnSp>
            <p:nvCxnSpPr>
              <p:cNvPr id="27" name="直線コネクタ 26">
                <a:extLst>
                  <a:ext uri="{FF2B5EF4-FFF2-40B4-BE49-F238E27FC236}">
                    <a16:creationId xmlns:a16="http://schemas.microsoft.com/office/drawing/2014/main" id="{801EC4E5-0EF1-C1EF-FABC-98405C6CA60D}"/>
                  </a:ext>
                </a:extLst>
              </p:cNvPr>
              <p:cNvCxnSpPr/>
              <p:nvPr/>
            </p:nvCxnSpPr>
            <p:spPr>
              <a:xfrm>
                <a:off x="4031673" y="1009648"/>
                <a:ext cx="10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D015AAF7-9813-6010-ECD5-2F6639AEF7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24" y="1054098"/>
                <a:ext cx="689697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001E89C0-F89B-3E95-C638-B7C6979651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6261" y="1104898"/>
                <a:ext cx="426821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矢印: ストライプ 15">
                <a:extLst>
                  <a:ext uri="{FF2B5EF4-FFF2-40B4-BE49-F238E27FC236}">
                    <a16:creationId xmlns:a16="http://schemas.microsoft.com/office/drawing/2014/main" id="{08C88284-6FE3-6456-5626-0ED6EFDBA8D9}"/>
                  </a:ext>
                </a:extLst>
              </p:cNvPr>
              <p:cNvSpPr/>
              <p:nvPr/>
            </p:nvSpPr>
            <p:spPr>
              <a:xfrm rot="16200000">
                <a:off x="4375800" y="847444"/>
                <a:ext cx="323053" cy="284532"/>
              </a:xfrm>
              <a:prstGeom prst="stripedRightArrow">
                <a:avLst/>
              </a:prstGeom>
              <a:solidFill>
                <a:schemeClr val="tx1"/>
              </a:solidFill>
              <a:ln w="38100">
                <a:solidFill>
                  <a:schemeClr val="bg1"/>
                </a:solidFill>
                <a:extLst>
                  <a:ext uri="{C807C97D-BFC1-408E-A445-0C87EB9F89A2}">
                    <ask:lineSketchStyleProps xmlns:ask="http://schemas.microsoft.com/office/drawing/2018/sketchyshapes" sd="4290183000">
                      <a:custGeom>
                        <a:avLst/>
                        <a:gdLst>
                          <a:gd name="csX0" fmla="*/ 0 w 323053"/>
                          <a:gd name="csY0" fmla="*/ 58418 h 233673"/>
                          <a:gd name="csX1" fmla="*/ 7302 w 323053"/>
                          <a:gd name="csY1" fmla="*/ 58418 h 233673"/>
                          <a:gd name="csX2" fmla="*/ 7302 w 323053"/>
                          <a:gd name="csY2" fmla="*/ 175255 h 233673"/>
                          <a:gd name="csX3" fmla="*/ 0 w 323053"/>
                          <a:gd name="csY3" fmla="*/ 175255 h 233673"/>
                          <a:gd name="csX4" fmla="*/ 0 w 323053"/>
                          <a:gd name="csY4" fmla="*/ 58418 h 233673"/>
                          <a:gd name="csX5" fmla="*/ 14605 w 323053"/>
                          <a:gd name="csY5" fmla="*/ 58418 h 233673"/>
                          <a:gd name="csX6" fmla="*/ 29209 w 323053"/>
                          <a:gd name="csY6" fmla="*/ 58418 h 233673"/>
                          <a:gd name="csX7" fmla="*/ 29209 w 323053"/>
                          <a:gd name="csY7" fmla="*/ 175255 h 233673"/>
                          <a:gd name="csX8" fmla="*/ 14605 w 323053"/>
                          <a:gd name="csY8" fmla="*/ 175255 h 233673"/>
                          <a:gd name="csX9" fmla="*/ 14605 w 323053"/>
                          <a:gd name="csY9" fmla="*/ 58418 h 233673"/>
                          <a:gd name="csX10" fmla="*/ 36511 w 323053"/>
                          <a:gd name="csY10" fmla="*/ 58418 h 233673"/>
                          <a:gd name="csX11" fmla="*/ 206217 w 323053"/>
                          <a:gd name="csY11" fmla="*/ 58418 h 233673"/>
                          <a:gd name="csX12" fmla="*/ 206217 w 323053"/>
                          <a:gd name="csY12" fmla="*/ 0 h 233673"/>
                          <a:gd name="csX13" fmla="*/ 323053 w 323053"/>
                          <a:gd name="csY13" fmla="*/ 116837 h 233673"/>
                          <a:gd name="csX14" fmla="*/ 206217 w 323053"/>
                          <a:gd name="csY14" fmla="*/ 233673 h 233673"/>
                          <a:gd name="csX15" fmla="*/ 206217 w 323053"/>
                          <a:gd name="csY15" fmla="*/ 175255 h 233673"/>
                          <a:gd name="csX16" fmla="*/ 36511 w 323053"/>
                          <a:gd name="csY16" fmla="*/ 175255 h 233673"/>
                          <a:gd name="csX17" fmla="*/ 36511 w 323053"/>
                          <a:gd name="csY17" fmla="*/ 58418 h 233673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</a:cxnLst>
                        <a:rect l="l" t="t" r="r" b="b"/>
                        <a:pathLst>
                          <a:path w="323053" h="233673" fill="none" extrusionOk="0">
                            <a:moveTo>
                              <a:pt x="0" y="58418"/>
                            </a:moveTo>
                            <a:cubicBezTo>
                              <a:pt x="3492" y="57753"/>
                              <a:pt x="4921" y="59029"/>
                              <a:pt x="7302" y="58418"/>
                            </a:cubicBezTo>
                            <a:cubicBezTo>
                              <a:pt x="18944" y="116488"/>
                              <a:pt x="6214" y="124802"/>
                              <a:pt x="7302" y="175255"/>
                            </a:cubicBezTo>
                            <a:cubicBezTo>
                              <a:pt x="4849" y="175569"/>
                              <a:pt x="1889" y="174719"/>
                              <a:pt x="0" y="175255"/>
                            </a:cubicBezTo>
                            <a:cubicBezTo>
                              <a:pt x="-7959" y="126912"/>
                              <a:pt x="12134" y="82873"/>
                              <a:pt x="0" y="58418"/>
                            </a:cubicBezTo>
                            <a:close/>
                            <a:moveTo>
                              <a:pt x="14605" y="58418"/>
                            </a:moveTo>
                            <a:cubicBezTo>
                              <a:pt x="21420" y="57004"/>
                              <a:pt x="23537" y="59461"/>
                              <a:pt x="29209" y="58418"/>
                            </a:cubicBezTo>
                            <a:cubicBezTo>
                              <a:pt x="39558" y="111131"/>
                              <a:pt x="18591" y="142200"/>
                              <a:pt x="29209" y="175255"/>
                            </a:cubicBezTo>
                            <a:cubicBezTo>
                              <a:pt x="22473" y="175814"/>
                              <a:pt x="21875" y="175228"/>
                              <a:pt x="14605" y="175255"/>
                            </a:cubicBezTo>
                            <a:cubicBezTo>
                              <a:pt x="10168" y="122117"/>
                              <a:pt x="21702" y="92920"/>
                              <a:pt x="14605" y="58418"/>
                            </a:cubicBezTo>
                            <a:close/>
                            <a:moveTo>
                              <a:pt x="36511" y="58418"/>
                            </a:moveTo>
                            <a:cubicBezTo>
                              <a:pt x="105508" y="53038"/>
                              <a:pt x="154230" y="66204"/>
                              <a:pt x="206217" y="58418"/>
                            </a:cubicBezTo>
                            <a:cubicBezTo>
                              <a:pt x="200888" y="33748"/>
                              <a:pt x="210736" y="19838"/>
                              <a:pt x="206217" y="0"/>
                            </a:cubicBezTo>
                            <a:cubicBezTo>
                              <a:pt x="255471" y="29603"/>
                              <a:pt x="260485" y="64698"/>
                              <a:pt x="323053" y="116837"/>
                            </a:cubicBezTo>
                            <a:cubicBezTo>
                              <a:pt x="285487" y="161992"/>
                              <a:pt x="254529" y="170807"/>
                              <a:pt x="206217" y="233673"/>
                            </a:cubicBezTo>
                            <a:cubicBezTo>
                              <a:pt x="203281" y="217281"/>
                              <a:pt x="207126" y="201599"/>
                              <a:pt x="206217" y="175255"/>
                            </a:cubicBezTo>
                            <a:cubicBezTo>
                              <a:pt x="154817" y="183263"/>
                              <a:pt x="102302" y="173640"/>
                              <a:pt x="36511" y="175255"/>
                            </a:cubicBezTo>
                            <a:cubicBezTo>
                              <a:pt x="24908" y="132047"/>
                              <a:pt x="49371" y="113203"/>
                              <a:pt x="36511" y="58418"/>
                            </a:cubicBezTo>
                            <a:close/>
                          </a:path>
                          <a:path w="323053" h="233673" stroke="0" extrusionOk="0">
                            <a:moveTo>
                              <a:pt x="0" y="58418"/>
                            </a:moveTo>
                            <a:cubicBezTo>
                              <a:pt x="1641" y="58167"/>
                              <a:pt x="5321" y="58661"/>
                              <a:pt x="7302" y="58418"/>
                            </a:cubicBezTo>
                            <a:cubicBezTo>
                              <a:pt x="7686" y="112915"/>
                              <a:pt x="5307" y="126822"/>
                              <a:pt x="7302" y="175255"/>
                            </a:cubicBezTo>
                            <a:cubicBezTo>
                              <a:pt x="4281" y="175997"/>
                              <a:pt x="2436" y="174835"/>
                              <a:pt x="0" y="175255"/>
                            </a:cubicBezTo>
                            <a:cubicBezTo>
                              <a:pt x="-11497" y="124074"/>
                              <a:pt x="7682" y="102072"/>
                              <a:pt x="0" y="58418"/>
                            </a:cubicBezTo>
                            <a:close/>
                            <a:moveTo>
                              <a:pt x="14605" y="58418"/>
                            </a:moveTo>
                            <a:cubicBezTo>
                              <a:pt x="20137" y="57814"/>
                              <a:pt x="25295" y="60112"/>
                              <a:pt x="29209" y="58418"/>
                            </a:cubicBezTo>
                            <a:cubicBezTo>
                              <a:pt x="32228" y="102847"/>
                              <a:pt x="21042" y="138546"/>
                              <a:pt x="29209" y="175255"/>
                            </a:cubicBezTo>
                            <a:cubicBezTo>
                              <a:pt x="24301" y="175520"/>
                              <a:pt x="19209" y="174182"/>
                              <a:pt x="14605" y="175255"/>
                            </a:cubicBezTo>
                            <a:cubicBezTo>
                              <a:pt x="7015" y="148437"/>
                              <a:pt x="19567" y="98117"/>
                              <a:pt x="14605" y="58418"/>
                            </a:cubicBezTo>
                            <a:close/>
                            <a:moveTo>
                              <a:pt x="36511" y="58418"/>
                            </a:moveTo>
                            <a:cubicBezTo>
                              <a:pt x="90395" y="51229"/>
                              <a:pt x="154279" y="74237"/>
                              <a:pt x="206217" y="58418"/>
                            </a:cubicBezTo>
                            <a:cubicBezTo>
                              <a:pt x="199432" y="45887"/>
                              <a:pt x="207807" y="17911"/>
                              <a:pt x="206217" y="0"/>
                            </a:cubicBezTo>
                            <a:cubicBezTo>
                              <a:pt x="258051" y="37611"/>
                              <a:pt x="260777" y="75895"/>
                              <a:pt x="323053" y="116837"/>
                            </a:cubicBezTo>
                            <a:cubicBezTo>
                              <a:pt x="306293" y="158459"/>
                              <a:pt x="251100" y="187026"/>
                              <a:pt x="206217" y="233673"/>
                            </a:cubicBezTo>
                            <a:cubicBezTo>
                              <a:pt x="204480" y="215826"/>
                              <a:pt x="210939" y="203196"/>
                              <a:pt x="206217" y="175255"/>
                            </a:cubicBezTo>
                            <a:cubicBezTo>
                              <a:pt x="159032" y="179363"/>
                              <a:pt x="94242" y="159627"/>
                              <a:pt x="36511" y="175255"/>
                            </a:cubicBezTo>
                            <a:cubicBezTo>
                              <a:pt x="32067" y="145343"/>
                              <a:pt x="38457" y="82285"/>
                              <a:pt x="36511" y="58418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E2681B8-E174-420E-79A0-420939C15ED4}"/>
              </a:ext>
            </a:extLst>
          </p:cNvPr>
          <p:cNvGrpSpPr/>
          <p:nvPr/>
        </p:nvGrpSpPr>
        <p:grpSpPr>
          <a:xfrm>
            <a:off x="5943602" y="452482"/>
            <a:ext cx="1016000" cy="729851"/>
            <a:chOff x="5943602" y="452482"/>
            <a:chExt cx="1016000" cy="729851"/>
          </a:xfrm>
        </p:grpSpPr>
        <p:grpSp>
          <p:nvGrpSpPr>
            <p:cNvPr id="40" name="グループ化 39">
              <a:extLst>
                <a:ext uri="{FF2B5EF4-FFF2-40B4-BE49-F238E27FC236}">
                  <a16:creationId xmlns:a16="http://schemas.microsoft.com/office/drawing/2014/main" id="{A5212BF0-3AF6-7EC8-CBF5-3FC1A6AB619B}"/>
                </a:ext>
              </a:extLst>
            </p:cNvPr>
            <p:cNvGrpSpPr/>
            <p:nvPr/>
          </p:nvGrpSpPr>
          <p:grpSpPr>
            <a:xfrm>
              <a:off x="5943602" y="452482"/>
              <a:ext cx="1016000" cy="646209"/>
              <a:chOff x="5943602" y="452482"/>
              <a:chExt cx="1016000" cy="646209"/>
            </a:xfrm>
          </p:grpSpPr>
          <p:sp>
            <p:nvSpPr>
              <p:cNvPr id="38" name="フリーフォーム: 図形 37">
                <a:extLst>
                  <a:ext uri="{FF2B5EF4-FFF2-40B4-BE49-F238E27FC236}">
                    <a16:creationId xmlns:a16="http://schemas.microsoft.com/office/drawing/2014/main" id="{E81DD5A4-7FCE-798C-D5BD-5156FDBEF905}"/>
                  </a:ext>
                </a:extLst>
              </p:cNvPr>
              <p:cNvSpPr/>
              <p:nvPr/>
            </p:nvSpPr>
            <p:spPr>
              <a:xfrm>
                <a:off x="5994399" y="452482"/>
                <a:ext cx="914400" cy="546100"/>
              </a:xfrm>
              <a:custGeom>
                <a:avLst/>
                <a:gdLst>
                  <a:gd name="csX0" fmla="*/ 729901 w 914400"/>
                  <a:gd name="csY0" fmla="*/ 391588 h 546100"/>
                  <a:gd name="csX1" fmla="*/ 914400 w 914400"/>
                  <a:gd name="csY1" fmla="*/ 457200 h 546100"/>
                  <a:gd name="csX2" fmla="*/ 729901 w 914400"/>
                  <a:gd name="csY2" fmla="*/ 522812 h 546100"/>
                  <a:gd name="csX3" fmla="*/ 184499 w 914400"/>
                  <a:gd name="csY3" fmla="*/ 391588 h 546100"/>
                  <a:gd name="csX4" fmla="*/ 184499 w 914400"/>
                  <a:gd name="csY4" fmla="*/ 522812 h 546100"/>
                  <a:gd name="csX5" fmla="*/ 0 w 914400"/>
                  <a:gd name="csY5" fmla="*/ 457200 h 546100"/>
                  <a:gd name="csX6" fmla="*/ 457200 w 914400"/>
                  <a:gd name="csY6" fmla="*/ 228600 h 546100"/>
                  <a:gd name="csX7" fmla="*/ 685800 w 914400"/>
                  <a:gd name="csY7" fmla="*/ 457200 h 546100"/>
                  <a:gd name="csX8" fmla="*/ 667852 w 914400"/>
                  <a:gd name="csY8" fmla="*/ 546100 h 546100"/>
                  <a:gd name="csX9" fmla="*/ 246548 w 914400"/>
                  <a:gd name="csY9" fmla="*/ 546100 h 546100"/>
                  <a:gd name="csX10" fmla="*/ 228600 w 914400"/>
                  <a:gd name="csY10" fmla="*/ 457200 h 546100"/>
                  <a:gd name="csX11" fmla="*/ 457200 w 914400"/>
                  <a:gd name="csY11" fmla="*/ 228600 h 546100"/>
                  <a:gd name="csX12" fmla="*/ 780457 w 914400"/>
                  <a:gd name="csY12" fmla="*/ 133900 h 546100"/>
                  <a:gd name="csX13" fmla="*/ 696415 w 914400"/>
                  <a:gd name="csY13" fmla="*/ 310773 h 546100"/>
                  <a:gd name="csX14" fmla="*/ 603627 w 914400"/>
                  <a:gd name="csY14" fmla="*/ 217985 h 546100"/>
                  <a:gd name="csX15" fmla="*/ 133900 w 914400"/>
                  <a:gd name="csY15" fmla="*/ 133900 h 546100"/>
                  <a:gd name="csX16" fmla="*/ 310773 w 914400"/>
                  <a:gd name="csY16" fmla="*/ 217985 h 546100"/>
                  <a:gd name="csX17" fmla="*/ 217985 w 914400"/>
                  <a:gd name="csY17" fmla="*/ 310773 h 546100"/>
                  <a:gd name="csX18" fmla="*/ 457200 w 914400"/>
                  <a:gd name="csY18" fmla="*/ 0 h 546100"/>
                  <a:gd name="csX19" fmla="*/ 522812 w 914400"/>
                  <a:gd name="csY19" fmla="*/ 184499 h 546100"/>
                  <a:gd name="csX20" fmla="*/ 391588 w 914400"/>
                  <a:gd name="csY20" fmla="*/ 184499 h 5461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914400" h="546100">
                    <a:moveTo>
                      <a:pt x="729901" y="391588"/>
                    </a:moveTo>
                    <a:lnTo>
                      <a:pt x="914400" y="457200"/>
                    </a:lnTo>
                    <a:lnTo>
                      <a:pt x="729901" y="522812"/>
                    </a:lnTo>
                    <a:close/>
                    <a:moveTo>
                      <a:pt x="184499" y="391588"/>
                    </a:moveTo>
                    <a:lnTo>
                      <a:pt x="184499" y="522812"/>
                    </a:lnTo>
                    <a:lnTo>
                      <a:pt x="0" y="457200"/>
                    </a:lnTo>
                    <a:close/>
                    <a:moveTo>
                      <a:pt x="457200" y="228600"/>
                    </a:moveTo>
                    <a:cubicBezTo>
                      <a:pt x="583452" y="228600"/>
                      <a:pt x="685800" y="330948"/>
                      <a:pt x="685800" y="457200"/>
                    </a:cubicBezTo>
                    <a:lnTo>
                      <a:pt x="667852" y="546100"/>
                    </a:lnTo>
                    <a:lnTo>
                      <a:pt x="246548" y="546100"/>
                    </a:lnTo>
                    <a:lnTo>
                      <a:pt x="228600" y="457200"/>
                    </a:lnTo>
                    <a:cubicBezTo>
                      <a:pt x="228600" y="330948"/>
                      <a:pt x="330948" y="228600"/>
                      <a:pt x="457200" y="228600"/>
                    </a:cubicBezTo>
                    <a:close/>
                    <a:moveTo>
                      <a:pt x="780457" y="133900"/>
                    </a:moveTo>
                    <a:lnTo>
                      <a:pt x="696415" y="310773"/>
                    </a:lnTo>
                    <a:lnTo>
                      <a:pt x="603627" y="217985"/>
                    </a:lnTo>
                    <a:close/>
                    <a:moveTo>
                      <a:pt x="133900" y="133900"/>
                    </a:moveTo>
                    <a:lnTo>
                      <a:pt x="310773" y="217985"/>
                    </a:lnTo>
                    <a:lnTo>
                      <a:pt x="217985" y="310773"/>
                    </a:lnTo>
                    <a:close/>
                    <a:moveTo>
                      <a:pt x="457200" y="0"/>
                    </a:moveTo>
                    <a:lnTo>
                      <a:pt x="522812" y="184499"/>
                    </a:lnTo>
                    <a:lnTo>
                      <a:pt x="391588" y="184499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extLst>
                  <a:ext uri="{C807C97D-BFC1-408E-A445-0C87EB9F89A2}">
                    <ask:lineSketchStyleProps xmlns:ask="http://schemas.microsoft.com/office/drawing/2018/sketchyshapes" sd="1904967972">
                      <a:custGeom>
                        <a:avLst/>
                        <a:gdLst>
                          <a:gd name="csX0" fmla="*/ 729901 w 914400"/>
                          <a:gd name="csY0" fmla="*/ 391588 h 546100"/>
                          <a:gd name="csX1" fmla="*/ 914400 w 914400"/>
                          <a:gd name="csY1" fmla="*/ 457200 h 546100"/>
                          <a:gd name="csX2" fmla="*/ 729901 w 914400"/>
                          <a:gd name="csY2" fmla="*/ 522812 h 546100"/>
                          <a:gd name="csX3" fmla="*/ 729901 w 914400"/>
                          <a:gd name="csY3" fmla="*/ 391588 h 546100"/>
                          <a:gd name="csX4" fmla="*/ 184499 w 914400"/>
                          <a:gd name="csY4" fmla="*/ 391588 h 546100"/>
                          <a:gd name="csX5" fmla="*/ 184499 w 914400"/>
                          <a:gd name="csY5" fmla="*/ 522812 h 546100"/>
                          <a:gd name="csX6" fmla="*/ 0 w 914400"/>
                          <a:gd name="csY6" fmla="*/ 457200 h 546100"/>
                          <a:gd name="csX7" fmla="*/ 184499 w 914400"/>
                          <a:gd name="csY7" fmla="*/ 391588 h 546100"/>
                          <a:gd name="csX8" fmla="*/ 457200 w 914400"/>
                          <a:gd name="csY8" fmla="*/ 228600 h 546100"/>
                          <a:gd name="csX9" fmla="*/ 685800 w 914400"/>
                          <a:gd name="csY9" fmla="*/ 457200 h 546100"/>
                          <a:gd name="csX10" fmla="*/ 667852 w 914400"/>
                          <a:gd name="csY10" fmla="*/ 546100 h 546100"/>
                          <a:gd name="csX11" fmla="*/ 246548 w 914400"/>
                          <a:gd name="csY11" fmla="*/ 546100 h 546100"/>
                          <a:gd name="csX12" fmla="*/ 228600 w 914400"/>
                          <a:gd name="csY12" fmla="*/ 457200 h 546100"/>
                          <a:gd name="csX13" fmla="*/ 457200 w 914400"/>
                          <a:gd name="csY13" fmla="*/ 228600 h 546100"/>
                          <a:gd name="csX14" fmla="*/ 780457 w 914400"/>
                          <a:gd name="csY14" fmla="*/ 133900 h 546100"/>
                          <a:gd name="csX15" fmla="*/ 696415 w 914400"/>
                          <a:gd name="csY15" fmla="*/ 310773 h 546100"/>
                          <a:gd name="csX16" fmla="*/ 603627 w 914400"/>
                          <a:gd name="csY16" fmla="*/ 217985 h 546100"/>
                          <a:gd name="csX17" fmla="*/ 780457 w 914400"/>
                          <a:gd name="csY17" fmla="*/ 133900 h 546100"/>
                          <a:gd name="csX18" fmla="*/ 133900 w 914400"/>
                          <a:gd name="csY18" fmla="*/ 133900 h 546100"/>
                          <a:gd name="csX19" fmla="*/ 310773 w 914400"/>
                          <a:gd name="csY19" fmla="*/ 217985 h 546100"/>
                          <a:gd name="csX20" fmla="*/ 217985 w 914400"/>
                          <a:gd name="csY20" fmla="*/ 310773 h 546100"/>
                          <a:gd name="csX21" fmla="*/ 133900 w 914400"/>
                          <a:gd name="csY21" fmla="*/ 133900 h 546100"/>
                          <a:gd name="csX22" fmla="*/ 457200 w 914400"/>
                          <a:gd name="csY22" fmla="*/ 0 h 546100"/>
                          <a:gd name="csX23" fmla="*/ 522812 w 914400"/>
                          <a:gd name="csY23" fmla="*/ 184499 h 546100"/>
                          <a:gd name="csX24" fmla="*/ 391588 w 914400"/>
                          <a:gd name="csY24" fmla="*/ 184499 h 546100"/>
                          <a:gd name="csX25" fmla="*/ 457200 w 914400"/>
                          <a:gd name="csY25" fmla="*/ 0 h 5461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</a:cxnLst>
                        <a:rect l="l" t="t" r="r" b="b"/>
                        <a:pathLst>
                          <a:path w="914400" h="546100" fill="none" extrusionOk="0">
                            <a:moveTo>
                              <a:pt x="729901" y="391588"/>
                            </a:moveTo>
                            <a:cubicBezTo>
                              <a:pt x="812518" y="420253"/>
                              <a:pt x="824960" y="428179"/>
                              <a:pt x="914400" y="457200"/>
                            </a:cubicBezTo>
                            <a:cubicBezTo>
                              <a:pt x="851104" y="480960"/>
                              <a:pt x="784651" y="485143"/>
                              <a:pt x="729901" y="522812"/>
                            </a:cubicBezTo>
                            <a:cubicBezTo>
                              <a:pt x="725508" y="469069"/>
                              <a:pt x="744378" y="441850"/>
                              <a:pt x="729901" y="391588"/>
                            </a:cubicBezTo>
                            <a:close/>
                            <a:moveTo>
                              <a:pt x="184499" y="391588"/>
                            </a:moveTo>
                            <a:cubicBezTo>
                              <a:pt x="189654" y="451200"/>
                              <a:pt x="174326" y="493562"/>
                              <a:pt x="184499" y="522812"/>
                            </a:cubicBezTo>
                            <a:cubicBezTo>
                              <a:pt x="92336" y="495109"/>
                              <a:pt x="93867" y="467827"/>
                              <a:pt x="0" y="457200"/>
                            </a:cubicBezTo>
                            <a:cubicBezTo>
                              <a:pt x="53961" y="418915"/>
                              <a:pt x="134859" y="416978"/>
                              <a:pt x="184499" y="391588"/>
                            </a:cubicBezTo>
                            <a:close/>
                            <a:moveTo>
                              <a:pt x="457200" y="228600"/>
                            </a:moveTo>
                            <a:cubicBezTo>
                              <a:pt x="619078" y="234963"/>
                              <a:pt x="691864" y="329704"/>
                              <a:pt x="685800" y="457200"/>
                            </a:cubicBezTo>
                            <a:cubicBezTo>
                              <a:pt x="677375" y="501228"/>
                              <a:pt x="665342" y="508127"/>
                              <a:pt x="667852" y="546100"/>
                            </a:cubicBezTo>
                            <a:cubicBezTo>
                              <a:pt x="488201" y="582516"/>
                              <a:pt x="434138" y="531712"/>
                              <a:pt x="246548" y="546100"/>
                            </a:cubicBezTo>
                            <a:cubicBezTo>
                              <a:pt x="238438" y="520732"/>
                              <a:pt x="245155" y="494296"/>
                              <a:pt x="228600" y="457200"/>
                            </a:cubicBezTo>
                            <a:cubicBezTo>
                              <a:pt x="222097" y="337149"/>
                              <a:pt x="310478" y="200021"/>
                              <a:pt x="457200" y="2286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71181" y="196403"/>
                              <a:pt x="703103" y="246563"/>
                              <a:pt x="696415" y="310773"/>
                            </a:cubicBezTo>
                            <a:cubicBezTo>
                              <a:pt x="641496" y="273484"/>
                              <a:pt x="635040" y="244670"/>
                              <a:pt x="603627" y="217985"/>
                            </a:cubicBezTo>
                            <a:cubicBezTo>
                              <a:pt x="632458" y="178825"/>
                              <a:pt x="733587" y="172856"/>
                              <a:pt x="780457" y="13390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200885" y="140485"/>
                              <a:pt x="256065" y="196868"/>
                              <a:pt x="310773" y="217985"/>
                            </a:cubicBezTo>
                            <a:cubicBezTo>
                              <a:pt x="269275" y="268363"/>
                              <a:pt x="252163" y="263860"/>
                              <a:pt x="217985" y="310773"/>
                            </a:cubicBezTo>
                            <a:cubicBezTo>
                              <a:pt x="185900" y="277015"/>
                              <a:pt x="182791" y="218205"/>
                              <a:pt x="133900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489339" y="62230"/>
                              <a:pt x="475373" y="115346"/>
                              <a:pt x="522812" y="184499"/>
                            </a:cubicBezTo>
                            <a:cubicBezTo>
                              <a:pt x="457760" y="186159"/>
                              <a:pt x="450929" y="182445"/>
                              <a:pt x="391588" y="184499"/>
                            </a:cubicBezTo>
                            <a:cubicBezTo>
                              <a:pt x="412940" y="114222"/>
                              <a:pt x="433579" y="76134"/>
                              <a:pt x="457200" y="0"/>
                            </a:cubicBezTo>
                            <a:close/>
                          </a:path>
                          <a:path w="914400" h="546100" stroke="0" extrusionOk="0">
                            <a:moveTo>
                              <a:pt x="729901" y="391588"/>
                            </a:moveTo>
                            <a:cubicBezTo>
                              <a:pt x="803404" y="414095"/>
                              <a:pt x="869373" y="459546"/>
                              <a:pt x="914400" y="457200"/>
                            </a:cubicBezTo>
                            <a:cubicBezTo>
                              <a:pt x="846488" y="499078"/>
                              <a:pt x="815014" y="486066"/>
                              <a:pt x="729901" y="522812"/>
                            </a:cubicBezTo>
                            <a:cubicBezTo>
                              <a:pt x="719132" y="475863"/>
                              <a:pt x="730542" y="443429"/>
                              <a:pt x="729901" y="391588"/>
                            </a:cubicBezTo>
                            <a:close/>
                            <a:moveTo>
                              <a:pt x="184499" y="391588"/>
                            </a:moveTo>
                            <a:cubicBezTo>
                              <a:pt x="195804" y="423334"/>
                              <a:pt x="175109" y="477976"/>
                              <a:pt x="184499" y="522812"/>
                            </a:cubicBezTo>
                            <a:cubicBezTo>
                              <a:pt x="140777" y="525215"/>
                              <a:pt x="81197" y="469365"/>
                              <a:pt x="0" y="457200"/>
                            </a:cubicBezTo>
                            <a:cubicBezTo>
                              <a:pt x="49320" y="421257"/>
                              <a:pt x="110769" y="417863"/>
                              <a:pt x="184499" y="391588"/>
                            </a:cubicBezTo>
                            <a:close/>
                            <a:moveTo>
                              <a:pt x="457200" y="228600"/>
                            </a:moveTo>
                            <a:cubicBezTo>
                              <a:pt x="580118" y="220795"/>
                              <a:pt x="682895" y="333378"/>
                              <a:pt x="685800" y="457200"/>
                            </a:cubicBezTo>
                            <a:cubicBezTo>
                              <a:pt x="683112" y="499752"/>
                              <a:pt x="665943" y="527069"/>
                              <a:pt x="667852" y="546100"/>
                            </a:cubicBezTo>
                            <a:cubicBezTo>
                              <a:pt x="491959" y="595829"/>
                              <a:pt x="357179" y="512801"/>
                              <a:pt x="246548" y="546100"/>
                            </a:cubicBezTo>
                            <a:cubicBezTo>
                              <a:pt x="239142" y="526175"/>
                              <a:pt x="238841" y="475037"/>
                              <a:pt x="228600" y="457200"/>
                            </a:cubicBezTo>
                            <a:cubicBezTo>
                              <a:pt x="226088" y="329383"/>
                              <a:pt x="325958" y="230120"/>
                              <a:pt x="457200" y="2286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75097" y="177903"/>
                              <a:pt x="708315" y="236199"/>
                              <a:pt x="696415" y="310773"/>
                            </a:cubicBezTo>
                            <a:cubicBezTo>
                              <a:pt x="644160" y="277350"/>
                              <a:pt x="641866" y="247353"/>
                              <a:pt x="603627" y="217985"/>
                            </a:cubicBezTo>
                            <a:cubicBezTo>
                              <a:pt x="680811" y="167639"/>
                              <a:pt x="712775" y="186109"/>
                              <a:pt x="780457" y="13390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212032" y="168081"/>
                              <a:pt x="240805" y="194686"/>
                              <a:pt x="310773" y="217985"/>
                            </a:cubicBezTo>
                            <a:cubicBezTo>
                              <a:pt x="281398" y="249620"/>
                              <a:pt x="237687" y="279996"/>
                              <a:pt x="217985" y="310773"/>
                            </a:cubicBezTo>
                            <a:cubicBezTo>
                              <a:pt x="188650" y="264154"/>
                              <a:pt x="178449" y="178292"/>
                              <a:pt x="133900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485527" y="52542"/>
                              <a:pt x="485327" y="123350"/>
                              <a:pt x="522812" y="184499"/>
                            </a:cubicBezTo>
                            <a:cubicBezTo>
                              <a:pt x="490629" y="185331"/>
                              <a:pt x="443166" y="182858"/>
                              <a:pt x="391588" y="184499"/>
                            </a:cubicBezTo>
                            <a:cubicBezTo>
                              <a:pt x="403404" y="85694"/>
                              <a:pt x="445012" y="93238"/>
                              <a:pt x="45720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/>
              </a:p>
            </p:txBody>
          </p:sp>
          <p:grpSp>
            <p:nvGrpSpPr>
              <p:cNvPr id="61" name="グループ化 60">
                <a:extLst>
                  <a:ext uri="{FF2B5EF4-FFF2-40B4-BE49-F238E27FC236}">
                    <a16:creationId xmlns:a16="http://schemas.microsoft.com/office/drawing/2014/main" id="{A5A62899-D4D1-C362-33D6-2E6FD336F5F9}"/>
                  </a:ext>
                </a:extLst>
              </p:cNvPr>
              <p:cNvGrpSpPr/>
              <p:nvPr/>
            </p:nvGrpSpPr>
            <p:grpSpPr>
              <a:xfrm>
                <a:off x="5943602" y="1003441"/>
                <a:ext cx="1016000" cy="95250"/>
                <a:chOff x="5943602" y="1003441"/>
                <a:chExt cx="1016000" cy="95250"/>
              </a:xfrm>
            </p:grpSpPr>
            <p:cxnSp>
              <p:nvCxnSpPr>
                <p:cNvPr id="55" name="直線コネクタ 54">
                  <a:extLst>
                    <a:ext uri="{FF2B5EF4-FFF2-40B4-BE49-F238E27FC236}">
                      <a16:creationId xmlns:a16="http://schemas.microsoft.com/office/drawing/2014/main" id="{00C87A52-5BF7-5B03-7337-E023010EE519}"/>
                    </a:ext>
                  </a:extLst>
                </p:cNvPr>
                <p:cNvCxnSpPr/>
                <p:nvPr/>
              </p:nvCxnSpPr>
              <p:spPr>
                <a:xfrm>
                  <a:off x="5943602" y="1003441"/>
                  <a:ext cx="1016000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直線コネクタ 55">
                  <a:extLst>
                    <a:ext uri="{FF2B5EF4-FFF2-40B4-BE49-F238E27FC236}">
                      <a16:creationId xmlns:a16="http://schemas.microsoft.com/office/drawing/2014/main" id="{BFAAF35F-DC07-A42F-0373-634F78F396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6753" y="1047891"/>
                  <a:ext cx="689697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線コネクタ 56">
                  <a:extLst>
                    <a:ext uri="{FF2B5EF4-FFF2-40B4-BE49-F238E27FC236}">
                      <a16:creationId xmlns:a16="http://schemas.microsoft.com/office/drawing/2014/main" id="{DE342D1A-04AB-1B30-6688-85C919484C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38190" y="1098691"/>
                  <a:ext cx="426821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" name="矢印: ストライプ 3">
              <a:extLst>
                <a:ext uri="{FF2B5EF4-FFF2-40B4-BE49-F238E27FC236}">
                  <a16:creationId xmlns:a16="http://schemas.microsoft.com/office/drawing/2014/main" id="{DEB1F0C1-C161-695A-B1A0-A146122F4490}"/>
                </a:ext>
              </a:extLst>
            </p:cNvPr>
            <p:cNvSpPr/>
            <p:nvPr/>
          </p:nvSpPr>
          <p:spPr>
            <a:xfrm rot="5400000">
              <a:off x="6292415" y="878541"/>
              <a:ext cx="323053" cy="284532"/>
            </a:xfrm>
            <a:prstGeom prst="stripedRightArrow">
              <a:avLst/>
            </a:prstGeom>
            <a:solidFill>
              <a:schemeClr val="tx1"/>
            </a:solidFill>
            <a:ln w="38100">
              <a:solidFill>
                <a:schemeClr val="bg1"/>
              </a:solidFill>
              <a:extLst>
                <a:ext uri="{C807C97D-BFC1-408E-A445-0C87EB9F89A2}">
                  <ask:lineSketchStyleProps xmlns:ask="http://schemas.microsoft.com/office/drawing/2018/sketchyshapes" sd="4290183000">
                    <a:custGeom>
                      <a:avLst/>
                      <a:gdLst>
                        <a:gd name="csX0" fmla="*/ 0 w 323053"/>
                        <a:gd name="csY0" fmla="*/ 58418 h 233673"/>
                        <a:gd name="csX1" fmla="*/ 7302 w 323053"/>
                        <a:gd name="csY1" fmla="*/ 58418 h 233673"/>
                        <a:gd name="csX2" fmla="*/ 7302 w 323053"/>
                        <a:gd name="csY2" fmla="*/ 175255 h 233673"/>
                        <a:gd name="csX3" fmla="*/ 0 w 323053"/>
                        <a:gd name="csY3" fmla="*/ 175255 h 233673"/>
                        <a:gd name="csX4" fmla="*/ 0 w 323053"/>
                        <a:gd name="csY4" fmla="*/ 58418 h 233673"/>
                        <a:gd name="csX5" fmla="*/ 14605 w 323053"/>
                        <a:gd name="csY5" fmla="*/ 58418 h 233673"/>
                        <a:gd name="csX6" fmla="*/ 29209 w 323053"/>
                        <a:gd name="csY6" fmla="*/ 58418 h 233673"/>
                        <a:gd name="csX7" fmla="*/ 29209 w 323053"/>
                        <a:gd name="csY7" fmla="*/ 175255 h 233673"/>
                        <a:gd name="csX8" fmla="*/ 14605 w 323053"/>
                        <a:gd name="csY8" fmla="*/ 175255 h 233673"/>
                        <a:gd name="csX9" fmla="*/ 14605 w 323053"/>
                        <a:gd name="csY9" fmla="*/ 58418 h 233673"/>
                        <a:gd name="csX10" fmla="*/ 36511 w 323053"/>
                        <a:gd name="csY10" fmla="*/ 58418 h 233673"/>
                        <a:gd name="csX11" fmla="*/ 206217 w 323053"/>
                        <a:gd name="csY11" fmla="*/ 58418 h 233673"/>
                        <a:gd name="csX12" fmla="*/ 206217 w 323053"/>
                        <a:gd name="csY12" fmla="*/ 0 h 233673"/>
                        <a:gd name="csX13" fmla="*/ 323053 w 323053"/>
                        <a:gd name="csY13" fmla="*/ 116837 h 233673"/>
                        <a:gd name="csX14" fmla="*/ 206217 w 323053"/>
                        <a:gd name="csY14" fmla="*/ 233673 h 233673"/>
                        <a:gd name="csX15" fmla="*/ 206217 w 323053"/>
                        <a:gd name="csY15" fmla="*/ 175255 h 233673"/>
                        <a:gd name="csX16" fmla="*/ 36511 w 323053"/>
                        <a:gd name="csY16" fmla="*/ 175255 h 233673"/>
                        <a:gd name="csX17" fmla="*/ 36511 w 323053"/>
                        <a:gd name="csY17" fmla="*/ 58418 h 233673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  <a:cxn ang="0">
                          <a:pos x="csX5" y="csY5"/>
                        </a:cxn>
                        <a:cxn ang="0">
                          <a:pos x="csX6" y="csY6"/>
                        </a:cxn>
                        <a:cxn ang="0">
                          <a:pos x="csX7" y="csY7"/>
                        </a:cxn>
                        <a:cxn ang="0">
                          <a:pos x="csX8" y="csY8"/>
                        </a:cxn>
                        <a:cxn ang="0">
                          <a:pos x="csX9" y="csY9"/>
                        </a:cxn>
                        <a:cxn ang="0">
                          <a:pos x="csX10" y="csY10"/>
                        </a:cxn>
                        <a:cxn ang="0">
                          <a:pos x="csX11" y="csY11"/>
                        </a:cxn>
                        <a:cxn ang="0">
                          <a:pos x="csX12" y="csY12"/>
                        </a:cxn>
                        <a:cxn ang="0">
                          <a:pos x="csX13" y="csY13"/>
                        </a:cxn>
                        <a:cxn ang="0">
                          <a:pos x="csX14" y="csY14"/>
                        </a:cxn>
                        <a:cxn ang="0">
                          <a:pos x="csX15" y="csY15"/>
                        </a:cxn>
                        <a:cxn ang="0">
                          <a:pos x="csX16" y="csY16"/>
                        </a:cxn>
                        <a:cxn ang="0">
                          <a:pos x="csX17" y="csY17"/>
                        </a:cxn>
                      </a:cxnLst>
                      <a:rect l="l" t="t" r="r" b="b"/>
                      <a:pathLst>
                        <a:path w="323053" h="233673" fill="none" extrusionOk="0">
                          <a:moveTo>
                            <a:pt x="0" y="58418"/>
                          </a:moveTo>
                          <a:cubicBezTo>
                            <a:pt x="3492" y="57753"/>
                            <a:pt x="4921" y="59029"/>
                            <a:pt x="7302" y="58418"/>
                          </a:cubicBezTo>
                          <a:cubicBezTo>
                            <a:pt x="18944" y="116488"/>
                            <a:pt x="6214" y="124802"/>
                            <a:pt x="7302" y="175255"/>
                          </a:cubicBezTo>
                          <a:cubicBezTo>
                            <a:pt x="4849" y="175569"/>
                            <a:pt x="1889" y="174719"/>
                            <a:pt x="0" y="175255"/>
                          </a:cubicBezTo>
                          <a:cubicBezTo>
                            <a:pt x="-7959" y="126912"/>
                            <a:pt x="12134" y="82873"/>
                            <a:pt x="0" y="58418"/>
                          </a:cubicBezTo>
                          <a:close/>
                          <a:moveTo>
                            <a:pt x="14605" y="58418"/>
                          </a:moveTo>
                          <a:cubicBezTo>
                            <a:pt x="21420" y="57004"/>
                            <a:pt x="23537" y="59461"/>
                            <a:pt x="29209" y="58418"/>
                          </a:cubicBezTo>
                          <a:cubicBezTo>
                            <a:pt x="39558" y="111131"/>
                            <a:pt x="18591" y="142200"/>
                            <a:pt x="29209" y="175255"/>
                          </a:cubicBezTo>
                          <a:cubicBezTo>
                            <a:pt x="22473" y="175814"/>
                            <a:pt x="21875" y="175228"/>
                            <a:pt x="14605" y="175255"/>
                          </a:cubicBezTo>
                          <a:cubicBezTo>
                            <a:pt x="10168" y="122117"/>
                            <a:pt x="21702" y="92920"/>
                            <a:pt x="14605" y="58418"/>
                          </a:cubicBezTo>
                          <a:close/>
                          <a:moveTo>
                            <a:pt x="36511" y="58418"/>
                          </a:moveTo>
                          <a:cubicBezTo>
                            <a:pt x="105508" y="53038"/>
                            <a:pt x="154230" y="66204"/>
                            <a:pt x="206217" y="58418"/>
                          </a:cubicBezTo>
                          <a:cubicBezTo>
                            <a:pt x="200888" y="33748"/>
                            <a:pt x="210736" y="19838"/>
                            <a:pt x="206217" y="0"/>
                          </a:cubicBezTo>
                          <a:cubicBezTo>
                            <a:pt x="255471" y="29603"/>
                            <a:pt x="260485" y="64698"/>
                            <a:pt x="323053" y="116837"/>
                          </a:cubicBezTo>
                          <a:cubicBezTo>
                            <a:pt x="285487" y="161992"/>
                            <a:pt x="254529" y="170807"/>
                            <a:pt x="206217" y="233673"/>
                          </a:cubicBezTo>
                          <a:cubicBezTo>
                            <a:pt x="203281" y="217281"/>
                            <a:pt x="207126" y="201599"/>
                            <a:pt x="206217" y="175255"/>
                          </a:cubicBezTo>
                          <a:cubicBezTo>
                            <a:pt x="154817" y="183263"/>
                            <a:pt x="102302" y="173640"/>
                            <a:pt x="36511" y="175255"/>
                          </a:cubicBezTo>
                          <a:cubicBezTo>
                            <a:pt x="24908" y="132047"/>
                            <a:pt x="49371" y="113203"/>
                            <a:pt x="36511" y="58418"/>
                          </a:cubicBezTo>
                          <a:close/>
                        </a:path>
                        <a:path w="323053" h="233673" stroke="0" extrusionOk="0">
                          <a:moveTo>
                            <a:pt x="0" y="58418"/>
                          </a:moveTo>
                          <a:cubicBezTo>
                            <a:pt x="1641" y="58167"/>
                            <a:pt x="5321" y="58661"/>
                            <a:pt x="7302" y="58418"/>
                          </a:cubicBezTo>
                          <a:cubicBezTo>
                            <a:pt x="7686" y="112915"/>
                            <a:pt x="5307" y="126822"/>
                            <a:pt x="7302" y="175255"/>
                          </a:cubicBezTo>
                          <a:cubicBezTo>
                            <a:pt x="4281" y="175997"/>
                            <a:pt x="2436" y="174835"/>
                            <a:pt x="0" y="175255"/>
                          </a:cubicBezTo>
                          <a:cubicBezTo>
                            <a:pt x="-11497" y="124074"/>
                            <a:pt x="7682" y="102072"/>
                            <a:pt x="0" y="58418"/>
                          </a:cubicBezTo>
                          <a:close/>
                          <a:moveTo>
                            <a:pt x="14605" y="58418"/>
                          </a:moveTo>
                          <a:cubicBezTo>
                            <a:pt x="20137" y="57814"/>
                            <a:pt x="25295" y="60112"/>
                            <a:pt x="29209" y="58418"/>
                          </a:cubicBezTo>
                          <a:cubicBezTo>
                            <a:pt x="32228" y="102847"/>
                            <a:pt x="21042" y="138546"/>
                            <a:pt x="29209" y="175255"/>
                          </a:cubicBezTo>
                          <a:cubicBezTo>
                            <a:pt x="24301" y="175520"/>
                            <a:pt x="19209" y="174182"/>
                            <a:pt x="14605" y="175255"/>
                          </a:cubicBezTo>
                          <a:cubicBezTo>
                            <a:pt x="7015" y="148437"/>
                            <a:pt x="19567" y="98117"/>
                            <a:pt x="14605" y="58418"/>
                          </a:cubicBezTo>
                          <a:close/>
                          <a:moveTo>
                            <a:pt x="36511" y="58418"/>
                          </a:moveTo>
                          <a:cubicBezTo>
                            <a:pt x="90395" y="51229"/>
                            <a:pt x="154279" y="74237"/>
                            <a:pt x="206217" y="58418"/>
                          </a:cubicBezTo>
                          <a:cubicBezTo>
                            <a:pt x="199432" y="45887"/>
                            <a:pt x="207807" y="17911"/>
                            <a:pt x="206217" y="0"/>
                          </a:cubicBezTo>
                          <a:cubicBezTo>
                            <a:pt x="258051" y="37611"/>
                            <a:pt x="260777" y="75895"/>
                            <a:pt x="323053" y="116837"/>
                          </a:cubicBezTo>
                          <a:cubicBezTo>
                            <a:pt x="306293" y="158459"/>
                            <a:pt x="251100" y="187026"/>
                            <a:pt x="206217" y="233673"/>
                          </a:cubicBezTo>
                          <a:cubicBezTo>
                            <a:pt x="204480" y="215826"/>
                            <a:pt x="210939" y="203196"/>
                            <a:pt x="206217" y="175255"/>
                          </a:cubicBezTo>
                          <a:cubicBezTo>
                            <a:pt x="159032" y="179363"/>
                            <a:pt x="94242" y="159627"/>
                            <a:pt x="36511" y="175255"/>
                          </a:cubicBezTo>
                          <a:cubicBezTo>
                            <a:pt x="32067" y="145343"/>
                            <a:pt x="38457" y="82285"/>
                            <a:pt x="36511" y="5841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4" name="グループ化 73">
            <a:extLst>
              <a:ext uri="{FF2B5EF4-FFF2-40B4-BE49-F238E27FC236}">
                <a16:creationId xmlns:a16="http://schemas.microsoft.com/office/drawing/2014/main" id="{D2EB6520-23FA-838B-F975-6A33BBBC624C}"/>
              </a:ext>
            </a:extLst>
          </p:cNvPr>
          <p:cNvGrpSpPr/>
          <p:nvPr/>
        </p:nvGrpSpPr>
        <p:grpSpPr>
          <a:xfrm>
            <a:off x="7540789" y="3595184"/>
            <a:ext cx="3180543" cy="2299475"/>
            <a:chOff x="8630302" y="3611451"/>
            <a:chExt cx="3180543" cy="2299475"/>
          </a:xfrm>
        </p:grpSpPr>
        <p:sp>
          <p:nvSpPr>
            <p:cNvPr id="72" name="フリーフォーム: 図形 71">
              <a:extLst>
                <a:ext uri="{FF2B5EF4-FFF2-40B4-BE49-F238E27FC236}">
                  <a16:creationId xmlns:a16="http://schemas.microsoft.com/office/drawing/2014/main" id="{5D3E5954-64A6-3B00-06A5-D5776EB41439}"/>
                </a:ext>
              </a:extLst>
            </p:cNvPr>
            <p:cNvSpPr/>
            <p:nvPr/>
          </p:nvSpPr>
          <p:spPr>
            <a:xfrm rot="3126030">
              <a:off x="9550284" y="3650366"/>
              <a:ext cx="1688059" cy="2833062"/>
            </a:xfrm>
            <a:custGeom>
              <a:avLst/>
              <a:gdLst>
                <a:gd name="csX0" fmla="*/ 23247 w 1829565"/>
                <a:gd name="csY0" fmla="*/ 2837947 h 2871207"/>
                <a:gd name="csX1" fmla="*/ 1829565 w 1829565"/>
                <a:gd name="csY1" fmla="*/ 2837950 h 2871207"/>
                <a:gd name="csX2" fmla="*/ 1829565 w 1829565"/>
                <a:gd name="csY2" fmla="*/ 2837950 h 2871207"/>
                <a:gd name="csX3" fmla="*/ 23246 w 1829565"/>
                <a:gd name="csY3" fmla="*/ 2837948 h 2871207"/>
                <a:gd name="csX4" fmla="*/ 23249 w 1829565"/>
                <a:gd name="csY4" fmla="*/ 289994 h 2871207"/>
                <a:gd name="csX5" fmla="*/ 210908 w 1829565"/>
                <a:gd name="csY5" fmla="*/ 197772 h 2871207"/>
                <a:gd name="csX6" fmla="*/ 1206098 w 1829565"/>
                <a:gd name="csY6" fmla="*/ 387300 h 2871207"/>
                <a:gd name="csX7" fmla="*/ 1483462 w 1829565"/>
                <a:gd name="csY7" fmla="*/ 747825 h 2871207"/>
                <a:gd name="csX8" fmla="*/ 1526375 w 1829565"/>
                <a:gd name="csY8" fmla="*/ 844993 h 2871207"/>
                <a:gd name="csX9" fmla="*/ 1483463 w 1829565"/>
                <a:gd name="csY9" fmla="*/ 747825 h 2871207"/>
                <a:gd name="csX10" fmla="*/ 1206099 w 1829565"/>
                <a:gd name="csY10" fmla="*/ 387301 h 2871207"/>
                <a:gd name="csX11" fmla="*/ 210908 w 1829565"/>
                <a:gd name="csY11" fmla="*/ 197774 h 2871207"/>
                <a:gd name="csX12" fmla="*/ 23248 w 1829565"/>
                <a:gd name="csY12" fmla="*/ 289995 h 2871207"/>
                <a:gd name="csX13" fmla="*/ 0 w 1829565"/>
                <a:gd name="csY13" fmla="*/ 0 h 2871207"/>
                <a:gd name="csX14" fmla="*/ 23248 w 1829565"/>
                <a:gd name="csY14" fmla="*/ 0 h 2871207"/>
                <a:gd name="csX15" fmla="*/ 23248 w 1829565"/>
                <a:gd name="csY15" fmla="*/ 1 h 2871207"/>
                <a:gd name="csX16" fmla="*/ 0 w 1829565"/>
                <a:gd name="csY16" fmla="*/ 1 h 2871207"/>
                <a:gd name="csX17" fmla="*/ 0 w 1829565"/>
                <a:gd name="csY17" fmla="*/ 916514 h 2871207"/>
                <a:gd name="csX18" fmla="*/ 74528 w 1829565"/>
                <a:gd name="csY18" fmla="*/ 838246 h 2871207"/>
                <a:gd name="csX19" fmla="*/ 875854 w 1829565"/>
                <a:gd name="csY19" fmla="*/ 816291 h 2871207"/>
                <a:gd name="csX20" fmla="*/ 982276 w 1829565"/>
                <a:gd name="csY20" fmla="*/ 1707886 h 2871207"/>
                <a:gd name="csX21" fmla="*/ 91819 w 1829565"/>
                <a:gd name="csY21" fmla="*/ 1823445 h 2871207"/>
                <a:gd name="csX22" fmla="*/ 0 w 1829565"/>
                <a:gd name="csY22" fmla="*/ 1735655 h 2871207"/>
                <a:gd name="csX23" fmla="*/ 0 w 1829565"/>
                <a:gd name="csY23" fmla="*/ 2871207 h 2871207"/>
                <a:gd name="csX24" fmla="*/ 0 w 1829565"/>
                <a:gd name="csY24" fmla="*/ 2871207 h 28712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</a:cxnLst>
              <a:rect l="l" t="t" r="r" b="b"/>
              <a:pathLst>
                <a:path w="1829565" h="2871207">
                  <a:moveTo>
                    <a:pt x="23247" y="2837947"/>
                  </a:moveTo>
                  <a:lnTo>
                    <a:pt x="1829565" y="2837950"/>
                  </a:lnTo>
                  <a:lnTo>
                    <a:pt x="1829565" y="2837950"/>
                  </a:lnTo>
                  <a:lnTo>
                    <a:pt x="23246" y="2837948"/>
                  </a:lnTo>
                  <a:close/>
                  <a:moveTo>
                    <a:pt x="23249" y="289994"/>
                  </a:moveTo>
                  <a:lnTo>
                    <a:pt x="210908" y="197772"/>
                  </a:lnTo>
                  <a:cubicBezTo>
                    <a:pt x="539878" y="76744"/>
                    <a:pt x="913814" y="133866"/>
                    <a:pt x="1206098" y="387300"/>
                  </a:cubicBezTo>
                  <a:cubicBezTo>
                    <a:pt x="1323011" y="488674"/>
                    <a:pt x="1415791" y="611861"/>
                    <a:pt x="1483462" y="747825"/>
                  </a:cubicBezTo>
                  <a:lnTo>
                    <a:pt x="1526375" y="844993"/>
                  </a:lnTo>
                  <a:lnTo>
                    <a:pt x="1483463" y="747825"/>
                  </a:lnTo>
                  <a:cubicBezTo>
                    <a:pt x="1415792" y="611861"/>
                    <a:pt x="1323011" y="488675"/>
                    <a:pt x="1206099" y="387301"/>
                  </a:cubicBezTo>
                  <a:cubicBezTo>
                    <a:pt x="913814" y="133869"/>
                    <a:pt x="539878" y="76746"/>
                    <a:pt x="210908" y="197774"/>
                  </a:cubicBezTo>
                  <a:lnTo>
                    <a:pt x="23248" y="289995"/>
                  </a:lnTo>
                  <a:close/>
                  <a:moveTo>
                    <a:pt x="0" y="0"/>
                  </a:moveTo>
                  <a:lnTo>
                    <a:pt x="23248" y="0"/>
                  </a:lnTo>
                  <a:lnTo>
                    <a:pt x="23248" y="1"/>
                  </a:lnTo>
                  <a:lnTo>
                    <a:pt x="0" y="1"/>
                  </a:lnTo>
                  <a:lnTo>
                    <a:pt x="0" y="916514"/>
                  </a:lnTo>
                  <a:lnTo>
                    <a:pt x="74528" y="838246"/>
                  </a:lnTo>
                  <a:cubicBezTo>
                    <a:pt x="299641" y="644955"/>
                    <a:pt x="634983" y="628782"/>
                    <a:pt x="875854" y="816291"/>
                  </a:cubicBezTo>
                  <a:cubicBezTo>
                    <a:pt x="1151134" y="1030588"/>
                    <a:pt x="1198781" y="1429769"/>
                    <a:pt x="982276" y="1707886"/>
                  </a:cubicBezTo>
                  <a:cubicBezTo>
                    <a:pt x="765772" y="1986005"/>
                    <a:pt x="367100" y="2037742"/>
                    <a:pt x="91819" y="1823445"/>
                  </a:cubicBezTo>
                  <a:lnTo>
                    <a:pt x="0" y="1735655"/>
                  </a:lnTo>
                  <a:lnTo>
                    <a:pt x="0" y="2871207"/>
                  </a:lnTo>
                  <a:lnTo>
                    <a:pt x="0" y="2871207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effectLst>
              <a:glow rad="228600">
                <a:schemeClr val="tx2">
                  <a:lumMod val="50000"/>
                  <a:alpha val="40000"/>
                </a:schemeClr>
              </a:glow>
              <a:softEdge rad="63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フリーフォーム: 図形 69">
              <a:extLst>
                <a:ext uri="{FF2B5EF4-FFF2-40B4-BE49-F238E27FC236}">
                  <a16:creationId xmlns:a16="http://schemas.microsoft.com/office/drawing/2014/main" id="{8B64232D-0482-EB4F-B02E-21BE455E4827}"/>
                </a:ext>
              </a:extLst>
            </p:cNvPr>
            <p:cNvSpPr/>
            <p:nvPr/>
          </p:nvSpPr>
          <p:spPr>
            <a:xfrm rot="3126030">
              <a:off x="9211114" y="3030639"/>
              <a:ext cx="1103215" cy="2264840"/>
            </a:xfrm>
            <a:custGeom>
              <a:avLst/>
              <a:gdLst>
                <a:gd name="csX0" fmla="*/ 1262959 w 1262959"/>
                <a:gd name="csY0" fmla="*/ 1790714 h 2517085"/>
                <a:gd name="csX1" fmla="*/ 1262959 w 1262959"/>
                <a:gd name="csY1" fmla="*/ 2290863 h 2517085"/>
                <a:gd name="csX2" fmla="*/ 1262959 w 1262959"/>
                <a:gd name="csY2" fmla="*/ 2290862 h 2517085"/>
                <a:gd name="csX3" fmla="*/ 722860 w 1262959"/>
                <a:gd name="csY3" fmla="*/ 2015089 h 2517085"/>
                <a:gd name="csX4" fmla="*/ 752314 w 1262959"/>
                <a:gd name="csY4" fmla="*/ 2040942 h 2517085"/>
                <a:gd name="csX5" fmla="*/ 749310 w 1262959"/>
                <a:gd name="csY5" fmla="*/ 2038751 h 2517085"/>
                <a:gd name="csX6" fmla="*/ 633395 w 1262959"/>
                <a:gd name="csY6" fmla="*/ 1929805 h 2517085"/>
                <a:gd name="csX7" fmla="*/ 664541 w 1262959"/>
                <a:gd name="csY7" fmla="*/ 1962916 h 2517085"/>
                <a:gd name="csX8" fmla="*/ 659191 w 1262959"/>
                <a:gd name="csY8" fmla="*/ 1958130 h 2517085"/>
                <a:gd name="csX9" fmla="*/ 558488 w 1262959"/>
                <a:gd name="csY9" fmla="*/ 1841838 h 2517085"/>
                <a:gd name="csX10" fmla="*/ 587335 w 1262959"/>
                <a:gd name="csY10" fmla="*/ 1879228 h 2517085"/>
                <a:gd name="csX11" fmla="*/ 580315 w 1262959"/>
                <a:gd name="csY11" fmla="*/ 1871521 h 2517085"/>
                <a:gd name="csX12" fmla="*/ 495583 w 1262959"/>
                <a:gd name="csY12" fmla="*/ 1750152 h 2517085"/>
                <a:gd name="csX13" fmla="*/ 520796 w 1262959"/>
                <a:gd name="csY13" fmla="*/ 1790585 h 2517085"/>
                <a:gd name="csX14" fmla="*/ 512795 w 1262959"/>
                <a:gd name="csY14" fmla="*/ 1779704 h 2517085"/>
                <a:gd name="csX15" fmla="*/ 444057 w 1262959"/>
                <a:gd name="csY15" fmla="*/ 1654978 h 2517085"/>
                <a:gd name="csX16" fmla="*/ 465027 w 1262959"/>
                <a:gd name="csY16" fmla="*/ 1697689 h 2517085"/>
                <a:gd name="csX17" fmla="*/ 456741 w 1262959"/>
                <a:gd name="csY17" fmla="*/ 1683464 h 2517085"/>
                <a:gd name="csX18" fmla="*/ 371768 w 1262959"/>
                <a:gd name="csY18" fmla="*/ 1442328 h 2517085"/>
                <a:gd name="csX19" fmla="*/ 424005 w 1262959"/>
                <a:gd name="csY19" fmla="*/ 1609945 h 2517085"/>
                <a:gd name="csX20" fmla="*/ 412265 w 1262959"/>
                <a:gd name="csY20" fmla="*/ 1583581 h 2517085"/>
                <a:gd name="csX21" fmla="*/ 379478 w 1262959"/>
                <a:gd name="csY21" fmla="*/ 1480839 h 2517085"/>
                <a:gd name="csX22" fmla="*/ 356625 w 1262959"/>
                <a:gd name="csY22" fmla="*/ 1354181 h 2517085"/>
                <a:gd name="csX23" fmla="*/ 363387 w 1262959"/>
                <a:gd name="csY23" fmla="*/ 1400462 h 2517085"/>
                <a:gd name="csX24" fmla="*/ 358493 w 1262959"/>
                <a:gd name="csY24" fmla="*/ 1376018 h 2517085"/>
                <a:gd name="csX25" fmla="*/ 731388 w 1262959"/>
                <a:gd name="csY25" fmla="*/ 770262 h 2517085"/>
                <a:gd name="csX26" fmla="*/ 1154575 w 1262959"/>
                <a:gd name="csY26" fmla="*/ 527828 h 2517085"/>
                <a:gd name="csX27" fmla="*/ 1262959 w 1262959"/>
                <a:gd name="csY27" fmla="*/ 524205 h 2517085"/>
                <a:gd name="csX28" fmla="*/ 1262959 w 1262959"/>
                <a:gd name="csY28" fmla="*/ 1790141 h 2517085"/>
                <a:gd name="csX29" fmla="*/ 1183444 w 1262959"/>
                <a:gd name="csY29" fmla="*/ 1792798 h 2517085"/>
                <a:gd name="csX30" fmla="*/ 837811 w 1262959"/>
                <a:gd name="csY30" fmla="*/ 1661857 h 2517085"/>
                <a:gd name="csX31" fmla="*/ 731388 w 1262959"/>
                <a:gd name="csY31" fmla="*/ 770262 h 2517085"/>
                <a:gd name="csX32" fmla="*/ 349941 w 1262959"/>
                <a:gd name="csY32" fmla="*/ 1251004 h 2517085"/>
                <a:gd name="csX33" fmla="*/ 351778 w 1262959"/>
                <a:gd name="csY33" fmla="*/ 1297486 h 2517085"/>
                <a:gd name="csX34" fmla="*/ 349419 w 1262959"/>
                <a:gd name="csY34" fmla="*/ 1269902 h 2517085"/>
                <a:gd name="csX35" fmla="*/ 354604 w 1262959"/>
                <a:gd name="csY35" fmla="*/ 1147510 h 2517085"/>
                <a:gd name="csX36" fmla="*/ 351529 w 1262959"/>
                <a:gd name="csY36" fmla="*/ 1193655 h 2517085"/>
                <a:gd name="csX37" fmla="*/ 352369 w 1262959"/>
                <a:gd name="csY37" fmla="*/ 1163273 h 2517085"/>
                <a:gd name="csX38" fmla="*/ 370703 w 1262959"/>
                <a:gd name="csY38" fmla="*/ 1044395 h 2517085"/>
                <a:gd name="csX39" fmla="*/ 362824 w 1262959"/>
                <a:gd name="csY39" fmla="*/ 1089559 h 2517085"/>
                <a:gd name="csX40" fmla="*/ 367454 w 1262959"/>
                <a:gd name="csY40" fmla="*/ 1056912 h 2517085"/>
                <a:gd name="csX41" fmla="*/ 398331 w 1262959"/>
                <a:gd name="csY41" fmla="*/ 942361 h 2517085"/>
                <a:gd name="csX42" fmla="*/ 385947 w 1262959"/>
                <a:gd name="csY42" fmla="*/ 985659 h 2517085"/>
                <a:gd name="csX43" fmla="*/ 394786 w 1262959"/>
                <a:gd name="csY43" fmla="*/ 951602 h 2517085"/>
                <a:gd name="csX44" fmla="*/ 437586 w 1262959"/>
                <a:gd name="csY44" fmla="*/ 842111 h 2517085"/>
                <a:gd name="csX45" fmla="*/ 421475 w 1262959"/>
                <a:gd name="csY45" fmla="*/ 882018 h 2517085"/>
                <a:gd name="csX46" fmla="*/ 434476 w 1262959"/>
                <a:gd name="csY46" fmla="*/ 848125 h 2517085"/>
                <a:gd name="csX47" fmla="*/ 488569 w 1262959"/>
                <a:gd name="csY47" fmla="*/ 744352 h 2517085"/>
                <a:gd name="csX48" fmla="*/ 471260 w 1262959"/>
                <a:gd name="csY48" fmla="*/ 776995 h 2517085"/>
                <a:gd name="csX49" fmla="*/ 486635 w 1262959"/>
                <a:gd name="csY49" fmla="*/ 747264 h 2517085"/>
                <a:gd name="csX50" fmla="*/ 551375 w 1262959"/>
                <a:gd name="csY50" fmla="*/ 649799 h 2517085"/>
                <a:gd name="csX51" fmla="*/ 628808 w 1262959"/>
                <a:gd name="csY51" fmla="*/ 556515 h 2517085"/>
                <a:gd name="csX52" fmla="*/ 1257460 w 1262959"/>
                <a:gd name="csY52" fmla="*/ 181324 h 2517085"/>
                <a:gd name="csX53" fmla="*/ 1262959 w 1262959"/>
                <a:gd name="csY53" fmla="*/ 180269 h 2517085"/>
                <a:gd name="csX54" fmla="*/ 1262959 w 1262959"/>
                <a:gd name="csY54" fmla="*/ 180270 h 2517085"/>
                <a:gd name="csX55" fmla="*/ 1257460 w 1262959"/>
                <a:gd name="csY55" fmla="*/ 181326 h 2517085"/>
                <a:gd name="csX56" fmla="*/ 628808 w 1262959"/>
                <a:gd name="csY56" fmla="*/ 556516 h 2517085"/>
                <a:gd name="csX57" fmla="*/ 551375 w 1262959"/>
                <a:gd name="csY57" fmla="*/ 649802 h 2517085"/>
                <a:gd name="csX58" fmla="*/ 551232 w 1262959"/>
                <a:gd name="csY58" fmla="*/ 650015 h 2517085"/>
                <a:gd name="csX59" fmla="*/ 31987 w 1262959"/>
                <a:gd name="csY59" fmla="*/ 6025 h 2517085"/>
                <a:gd name="csX60" fmla="*/ 31987 w 1262959"/>
                <a:gd name="csY60" fmla="*/ 6025 h 2517085"/>
                <a:gd name="csX61" fmla="*/ 31987 w 1262959"/>
                <a:gd name="csY61" fmla="*/ 439131 h 2517085"/>
                <a:gd name="csX62" fmla="*/ 0 w 1262959"/>
                <a:gd name="csY62" fmla="*/ 0 h 2517085"/>
                <a:gd name="csX63" fmla="*/ 1262959 w 1262959"/>
                <a:gd name="csY63" fmla="*/ 0 h 2517085"/>
                <a:gd name="csX64" fmla="*/ 1262959 w 1262959"/>
                <a:gd name="csY64" fmla="*/ 2 h 2517085"/>
                <a:gd name="csX65" fmla="*/ 0 w 1262959"/>
                <a:gd name="csY65" fmla="*/ 1 h 2517085"/>
                <a:gd name="csX66" fmla="*/ 0 w 1262959"/>
                <a:gd name="csY66" fmla="*/ 2517085 h 2517085"/>
                <a:gd name="csX67" fmla="*/ 0 w 1262959"/>
                <a:gd name="csY67" fmla="*/ 2517085 h 251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</a:cxnLst>
              <a:rect l="l" t="t" r="r" b="b"/>
              <a:pathLst>
                <a:path w="1262959" h="2517085">
                  <a:moveTo>
                    <a:pt x="1262959" y="1790714"/>
                  </a:moveTo>
                  <a:lnTo>
                    <a:pt x="1262959" y="2290863"/>
                  </a:lnTo>
                  <a:lnTo>
                    <a:pt x="1262959" y="2290862"/>
                  </a:lnTo>
                  <a:close/>
                  <a:moveTo>
                    <a:pt x="722860" y="2015089"/>
                  </a:moveTo>
                  <a:lnTo>
                    <a:pt x="752314" y="2040942"/>
                  </a:lnTo>
                  <a:lnTo>
                    <a:pt x="749310" y="2038751"/>
                  </a:lnTo>
                  <a:close/>
                  <a:moveTo>
                    <a:pt x="633395" y="1929805"/>
                  </a:moveTo>
                  <a:lnTo>
                    <a:pt x="664541" y="1962916"/>
                  </a:lnTo>
                  <a:lnTo>
                    <a:pt x="659191" y="1958130"/>
                  </a:lnTo>
                  <a:close/>
                  <a:moveTo>
                    <a:pt x="558488" y="1841838"/>
                  </a:moveTo>
                  <a:lnTo>
                    <a:pt x="587335" y="1879228"/>
                  </a:lnTo>
                  <a:lnTo>
                    <a:pt x="580315" y="1871521"/>
                  </a:lnTo>
                  <a:close/>
                  <a:moveTo>
                    <a:pt x="495583" y="1750152"/>
                  </a:moveTo>
                  <a:lnTo>
                    <a:pt x="520796" y="1790585"/>
                  </a:lnTo>
                  <a:lnTo>
                    <a:pt x="512795" y="1779704"/>
                  </a:lnTo>
                  <a:close/>
                  <a:moveTo>
                    <a:pt x="444057" y="1654978"/>
                  </a:moveTo>
                  <a:lnTo>
                    <a:pt x="465027" y="1697689"/>
                  </a:lnTo>
                  <a:lnTo>
                    <a:pt x="456741" y="1683464"/>
                  </a:lnTo>
                  <a:close/>
                  <a:moveTo>
                    <a:pt x="371768" y="1442328"/>
                  </a:moveTo>
                  <a:lnTo>
                    <a:pt x="424005" y="1609945"/>
                  </a:lnTo>
                  <a:lnTo>
                    <a:pt x="412265" y="1583581"/>
                  </a:lnTo>
                  <a:cubicBezTo>
                    <a:pt x="399382" y="1549767"/>
                    <a:pt x="388447" y="1515476"/>
                    <a:pt x="379478" y="1480839"/>
                  </a:cubicBezTo>
                  <a:close/>
                  <a:moveTo>
                    <a:pt x="356625" y="1354181"/>
                  </a:moveTo>
                  <a:lnTo>
                    <a:pt x="363387" y="1400462"/>
                  </a:lnTo>
                  <a:lnTo>
                    <a:pt x="358493" y="1376018"/>
                  </a:lnTo>
                  <a:close/>
                  <a:moveTo>
                    <a:pt x="731388" y="770262"/>
                  </a:moveTo>
                  <a:cubicBezTo>
                    <a:pt x="839640" y="631203"/>
                    <a:pt x="993434" y="548739"/>
                    <a:pt x="1154575" y="527828"/>
                  </a:cubicBezTo>
                  <a:lnTo>
                    <a:pt x="1262959" y="524205"/>
                  </a:lnTo>
                  <a:lnTo>
                    <a:pt x="1262959" y="1790141"/>
                  </a:lnTo>
                  <a:lnTo>
                    <a:pt x="1183444" y="1792798"/>
                  </a:lnTo>
                  <a:cubicBezTo>
                    <a:pt x="1061623" y="1785169"/>
                    <a:pt x="941041" y="1742218"/>
                    <a:pt x="837811" y="1661857"/>
                  </a:cubicBezTo>
                  <a:cubicBezTo>
                    <a:pt x="562530" y="1447561"/>
                    <a:pt x="514883" y="1048380"/>
                    <a:pt x="731388" y="770262"/>
                  </a:cubicBezTo>
                  <a:close/>
                  <a:moveTo>
                    <a:pt x="349941" y="1251004"/>
                  </a:moveTo>
                  <a:lnTo>
                    <a:pt x="351778" y="1297486"/>
                  </a:lnTo>
                  <a:lnTo>
                    <a:pt x="349419" y="1269902"/>
                  </a:lnTo>
                  <a:close/>
                  <a:moveTo>
                    <a:pt x="354604" y="1147510"/>
                  </a:moveTo>
                  <a:lnTo>
                    <a:pt x="351529" y="1193655"/>
                  </a:lnTo>
                  <a:lnTo>
                    <a:pt x="352369" y="1163273"/>
                  </a:lnTo>
                  <a:close/>
                  <a:moveTo>
                    <a:pt x="370703" y="1044395"/>
                  </a:moveTo>
                  <a:lnTo>
                    <a:pt x="362824" y="1089559"/>
                  </a:lnTo>
                  <a:lnTo>
                    <a:pt x="367454" y="1056912"/>
                  </a:lnTo>
                  <a:close/>
                  <a:moveTo>
                    <a:pt x="398331" y="942361"/>
                  </a:moveTo>
                  <a:lnTo>
                    <a:pt x="385947" y="985659"/>
                  </a:lnTo>
                  <a:lnTo>
                    <a:pt x="394786" y="951602"/>
                  </a:lnTo>
                  <a:close/>
                  <a:moveTo>
                    <a:pt x="437586" y="842111"/>
                  </a:moveTo>
                  <a:lnTo>
                    <a:pt x="421475" y="882018"/>
                  </a:lnTo>
                  <a:lnTo>
                    <a:pt x="434476" y="848125"/>
                  </a:lnTo>
                  <a:close/>
                  <a:moveTo>
                    <a:pt x="488569" y="744352"/>
                  </a:moveTo>
                  <a:lnTo>
                    <a:pt x="471260" y="776995"/>
                  </a:lnTo>
                  <a:lnTo>
                    <a:pt x="486635" y="747264"/>
                  </a:lnTo>
                  <a:close/>
                  <a:moveTo>
                    <a:pt x="551375" y="649799"/>
                  </a:moveTo>
                  <a:cubicBezTo>
                    <a:pt x="575064" y="617965"/>
                    <a:pt x="600870" y="586826"/>
                    <a:pt x="628808" y="556515"/>
                  </a:cubicBezTo>
                  <a:cubicBezTo>
                    <a:pt x="796443" y="374648"/>
                    <a:pt x="1017094" y="248377"/>
                    <a:pt x="1257460" y="181324"/>
                  </a:cubicBezTo>
                  <a:lnTo>
                    <a:pt x="1262959" y="180269"/>
                  </a:lnTo>
                  <a:lnTo>
                    <a:pt x="1262959" y="180270"/>
                  </a:lnTo>
                  <a:lnTo>
                    <a:pt x="1257460" y="181326"/>
                  </a:lnTo>
                  <a:cubicBezTo>
                    <a:pt x="1017094" y="248378"/>
                    <a:pt x="796442" y="374650"/>
                    <a:pt x="628808" y="556516"/>
                  </a:cubicBezTo>
                  <a:cubicBezTo>
                    <a:pt x="600869" y="586828"/>
                    <a:pt x="575064" y="617966"/>
                    <a:pt x="551375" y="649802"/>
                  </a:cubicBezTo>
                  <a:lnTo>
                    <a:pt x="551232" y="650015"/>
                  </a:lnTo>
                  <a:close/>
                  <a:moveTo>
                    <a:pt x="31987" y="6025"/>
                  </a:moveTo>
                  <a:lnTo>
                    <a:pt x="31987" y="6025"/>
                  </a:lnTo>
                  <a:lnTo>
                    <a:pt x="31987" y="439131"/>
                  </a:lnTo>
                  <a:close/>
                  <a:moveTo>
                    <a:pt x="0" y="0"/>
                  </a:moveTo>
                  <a:lnTo>
                    <a:pt x="1262959" y="0"/>
                  </a:lnTo>
                  <a:lnTo>
                    <a:pt x="1262959" y="2"/>
                  </a:lnTo>
                  <a:lnTo>
                    <a:pt x="0" y="1"/>
                  </a:lnTo>
                  <a:lnTo>
                    <a:pt x="0" y="2517085"/>
                  </a:lnTo>
                  <a:lnTo>
                    <a:pt x="0" y="2517085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>
              <a:noFill/>
            </a:ln>
            <a:effectLst>
              <a:glow>
                <a:schemeClr val="accent2">
                  <a:satMod val="175000"/>
                  <a:alpha val="12000"/>
                </a:schemeClr>
              </a:glow>
              <a:softEdge rad="190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  <p:grpSp>
          <p:nvGrpSpPr>
            <p:cNvPr id="13" name="グループ化 12">
              <a:extLst>
                <a:ext uri="{FF2B5EF4-FFF2-40B4-BE49-F238E27FC236}">
                  <a16:creationId xmlns:a16="http://schemas.microsoft.com/office/drawing/2014/main" id="{834E3E8E-DC66-635A-045E-4F6AB0E60963}"/>
                </a:ext>
              </a:extLst>
            </p:cNvPr>
            <p:cNvGrpSpPr/>
            <p:nvPr/>
          </p:nvGrpSpPr>
          <p:grpSpPr>
            <a:xfrm>
              <a:off x="9631680" y="4037803"/>
              <a:ext cx="1270655" cy="1256145"/>
              <a:chOff x="1028700" y="3759200"/>
              <a:chExt cx="1270655" cy="1256145"/>
            </a:xfrm>
          </p:grpSpPr>
          <p:sp>
            <p:nvSpPr>
              <p:cNvPr id="17" name="円弧 16">
                <a:extLst>
                  <a:ext uri="{FF2B5EF4-FFF2-40B4-BE49-F238E27FC236}">
                    <a16:creationId xmlns:a16="http://schemas.microsoft.com/office/drawing/2014/main" id="{D699B4C6-51CE-8150-0F8E-43837E43C3B8}"/>
                  </a:ext>
                </a:extLst>
              </p:cNvPr>
              <p:cNvSpPr/>
              <p:nvPr/>
            </p:nvSpPr>
            <p:spPr>
              <a:xfrm rot="14528343">
                <a:off x="1888723" y="4582825"/>
                <a:ext cx="326102" cy="340369"/>
              </a:xfrm>
              <a:prstGeom prst="arc">
                <a:avLst>
                  <a:gd name="adj1" fmla="val 18406346"/>
                  <a:gd name="adj2" fmla="val 20786255"/>
                </a:avLst>
              </a:prstGeom>
              <a:ln w="28575">
                <a:solidFill>
                  <a:srgbClr val="FFC000"/>
                </a:solidFill>
              </a:ln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12AEB420-A14F-BE91-EFBF-15CAD3F1A6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470668" y="4251378"/>
                <a:ext cx="601219" cy="477993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  <a:effectLst>
                <a:glow rad="38100">
                  <a:schemeClr val="accent2">
                    <a:satMod val="175000"/>
                    <a:alpha val="37000"/>
                  </a:schemeClr>
                </a:glow>
                <a:softEdge rad="12700"/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二等辺三角形 18">
                <a:extLst>
                  <a:ext uri="{FF2B5EF4-FFF2-40B4-BE49-F238E27FC236}">
                    <a16:creationId xmlns:a16="http://schemas.microsoft.com/office/drawing/2014/main" id="{E95539B5-4429-1901-9383-EB15C4A85689}"/>
                  </a:ext>
                </a:extLst>
              </p:cNvPr>
              <p:cNvSpPr/>
              <p:nvPr/>
            </p:nvSpPr>
            <p:spPr>
              <a:xfrm>
                <a:off x="1440033" y="4435870"/>
                <a:ext cx="392906" cy="293501"/>
              </a:xfrm>
              <a:prstGeom prst="triangle">
                <a:avLst/>
              </a:prstGeom>
              <a:solidFill>
                <a:schemeClr val="tx1"/>
              </a:solidFill>
              <a:ln w="28575">
                <a:solidFill>
                  <a:schemeClr val="accent5">
                    <a:lumMod val="7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1775016726">
                      <a:custGeom>
                        <a:avLst/>
                        <a:gdLst>
                          <a:gd name="csX0" fmla="*/ 0 w 1007798"/>
                          <a:gd name="csY0" fmla="*/ 698211 h 698211"/>
                          <a:gd name="csX1" fmla="*/ 251950 w 1007798"/>
                          <a:gd name="csY1" fmla="*/ 349106 h 698211"/>
                          <a:gd name="csX2" fmla="*/ 503899 w 1007798"/>
                          <a:gd name="csY2" fmla="*/ 0 h 698211"/>
                          <a:gd name="csX3" fmla="*/ 745771 w 1007798"/>
                          <a:gd name="csY3" fmla="*/ 335141 h 698211"/>
                          <a:gd name="csX4" fmla="*/ 1007798 w 1007798"/>
                          <a:gd name="csY4" fmla="*/ 698211 h 698211"/>
                          <a:gd name="csX5" fmla="*/ 513977 w 1007798"/>
                          <a:gd name="csY5" fmla="*/ 698211 h 698211"/>
                          <a:gd name="csX6" fmla="*/ 0 w 1007798"/>
                          <a:gd name="csY6" fmla="*/ 698211 h 698211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</a:cxnLst>
                        <a:rect l="l" t="t" r="r" b="b"/>
                        <a:pathLst>
                          <a:path w="1007798" h="698211" fill="none" extrusionOk="0">
                            <a:moveTo>
                              <a:pt x="0" y="698211"/>
                            </a:moveTo>
                            <a:cubicBezTo>
                              <a:pt x="35768" y="586725"/>
                              <a:pt x="207641" y="496927"/>
                              <a:pt x="251950" y="349106"/>
                            </a:cubicBezTo>
                            <a:cubicBezTo>
                              <a:pt x="296258" y="201285"/>
                              <a:pt x="393715" y="154422"/>
                              <a:pt x="503899" y="0"/>
                            </a:cubicBezTo>
                            <a:cubicBezTo>
                              <a:pt x="579927" y="76555"/>
                              <a:pt x="636414" y="219651"/>
                              <a:pt x="745771" y="335141"/>
                            </a:cubicBezTo>
                            <a:cubicBezTo>
                              <a:pt x="855128" y="450631"/>
                              <a:pt x="912868" y="653463"/>
                              <a:pt x="1007798" y="698211"/>
                            </a:cubicBezTo>
                            <a:cubicBezTo>
                              <a:pt x="878166" y="707639"/>
                              <a:pt x="738761" y="644805"/>
                              <a:pt x="513977" y="698211"/>
                            </a:cubicBezTo>
                            <a:cubicBezTo>
                              <a:pt x="289193" y="751617"/>
                              <a:pt x="252292" y="660634"/>
                              <a:pt x="0" y="698211"/>
                            </a:cubicBezTo>
                            <a:close/>
                          </a:path>
                          <a:path w="1007798" h="698211" stroke="0" extrusionOk="0">
                            <a:moveTo>
                              <a:pt x="0" y="698211"/>
                            </a:moveTo>
                            <a:cubicBezTo>
                              <a:pt x="56973" y="584062"/>
                              <a:pt x="186438" y="498397"/>
                              <a:pt x="256988" y="342123"/>
                            </a:cubicBezTo>
                            <a:cubicBezTo>
                              <a:pt x="327539" y="185850"/>
                              <a:pt x="432467" y="184412"/>
                              <a:pt x="503899" y="0"/>
                            </a:cubicBezTo>
                            <a:cubicBezTo>
                              <a:pt x="624864" y="154059"/>
                              <a:pt x="591289" y="203383"/>
                              <a:pt x="740732" y="328159"/>
                            </a:cubicBezTo>
                            <a:cubicBezTo>
                              <a:pt x="890174" y="452936"/>
                              <a:pt x="911743" y="648874"/>
                              <a:pt x="1007798" y="698211"/>
                            </a:cubicBezTo>
                            <a:cubicBezTo>
                              <a:pt x="824214" y="718529"/>
                              <a:pt x="696236" y="682820"/>
                              <a:pt x="483743" y="698211"/>
                            </a:cubicBezTo>
                            <a:cubicBezTo>
                              <a:pt x="271251" y="713602"/>
                              <a:pt x="153204" y="676562"/>
                              <a:pt x="0" y="698211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二等辺三角形 20">
                <a:extLst>
                  <a:ext uri="{FF2B5EF4-FFF2-40B4-BE49-F238E27FC236}">
                    <a16:creationId xmlns:a16="http://schemas.microsoft.com/office/drawing/2014/main" id="{B7811C4E-CD0A-2360-DD45-3B71F12ED899}"/>
                  </a:ext>
                </a:extLst>
              </p:cNvPr>
              <p:cNvSpPr/>
              <p:nvPr/>
            </p:nvSpPr>
            <p:spPr>
              <a:xfrm>
                <a:off x="1259499" y="4331153"/>
                <a:ext cx="441353" cy="398218"/>
              </a:xfrm>
              <a:prstGeom prst="triangle">
                <a:avLst/>
              </a:prstGeom>
              <a:solidFill>
                <a:schemeClr val="tx1"/>
              </a:solidFill>
              <a:ln w="28575">
                <a:solidFill>
                  <a:schemeClr val="accent5">
                    <a:lumMod val="75000"/>
                  </a:schemeClr>
                </a:solidFill>
                <a:extLst>
                  <a:ext uri="{C807C97D-BFC1-408E-A445-0C87EB9F89A2}">
                    <ask:lineSketchStyleProps xmlns:ask="http://schemas.microsoft.com/office/drawing/2018/sketchyshapes" sd="2462332173">
                      <a:custGeom>
                        <a:avLst/>
                        <a:gdLst>
                          <a:gd name="csX0" fmla="*/ 0 w 1060704"/>
                          <a:gd name="csY0" fmla="*/ 942108 h 942108"/>
                          <a:gd name="csX1" fmla="*/ 265176 w 1060704"/>
                          <a:gd name="csY1" fmla="*/ 471054 h 942108"/>
                          <a:gd name="csX2" fmla="*/ 530352 w 1060704"/>
                          <a:gd name="csY2" fmla="*/ 0 h 942108"/>
                          <a:gd name="csX3" fmla="*/ 800832 w 1060704"/>
                          <a:gd name="csY3" fmla="*/ 480475 h 942108"/>
                          <a:gd name="csX4" fmla="*/ 1060704 w 1060704"/>
                          <a:gd name="csY4" fmla="*/ 942108 h 942108"/>
                          <a:gd name="csX5" fmla="*/ 551566 w 1060704"/>
                          <a:gd name="csY5" fmla="*/ 942108 h 942108"/>
                          <a:gd name="csX6" fmla="*/ 0 w 1060704"/>
                          <a:gd name="csY6" fmla="*/ 942108 h 94210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</a:cxnLst>
                        <a:rect l="l" t="t" r="r" b="b"/>
                        <a:pathLst>
                          <a:path w="1060704" h="942108" fill="none" extrusionOk="0">
                            <a:moveTo>
                              <a:pt x="0" y="942108"/>
                            </a:moveTo>
                            <a:cubicBezTo>
                              <a:pt x="73234" y="787147"/>
                              <a:pt x="172395" y="720852"/>
                              <a:pt x="265176" y="471054"/>
                            </a:cubicBezTo>
                            <a:cubicBezTo>
                              <a:pt x="357957" y="221256"/>
                              <a:pt x="500477" y="166691"/>
                              <a:pt x="530352" y="0"/>
                            </a:cubicBezTo>
                            <a:cubicBezTo>
                              <a:pt x="668441" y="148780"/>
                              <a:pt x="666984" y="346069"/>
                              <a:pt x="800832" y="480475"/>
                            </a:cubicBezTo>
                            <a:cubicBezTo>
                              <a:pt x="934680" y="614881"/>
                              <a:pt x="966178" y="791259"/>
                              <a:pt x="1060704" y="942108"/>
                            </a:cubicBezTo>
                            <a:cubicBezTo>
                              <a:pt x="930862" y="989362"/>
                              <a:pt x="769402" y="900761"/>
                              <a:pt x="551566" y="942108"/>
                            </a:cubicBezTo>
                            <a:cubicBezTo>
                              <a:pt x="333730" y="983455"/>
                              <a:pt x="273182" y="926421"/>
                              <a:pt x="0" y="942108"/>
                            </a:cubicBezTo>
                            <a:close/>
                          </a:path>
                          <a:path w="1060704" h="942108" stroke="0" extrusionOk="0">
                            <a:moveTo>
                              <a:pt x="0" y="942108"/>
                            </a:moveTo>
                            <a:cubicBezTo>
                              <a:pt x="85182" y="754958"/>
                              <a:pt x="226537" y="665855"/>
                              <a:pt x="265176" y="471054"/>
                            </a:cubicBezTo>
                            <a:cubicBezTo>
                              <a:pt x="303815" y="276253"/>
                              <a:pt x="455576" y="160477"/>
                              <a:pt x="530352" y="0"/>
                            </a:cubicBezTo>
                            <a:cubicBezTo>
                              <a:pt x="660467" y="192316"/>
                              <a:pt x="673068" y="304197"/>
                              <a:pt x="779617" y="442791"/>
                            </a:cubicBezTo>
                            <a:cubicBezTo>
                              <a:pt x="886166" y="581385"/>
                              <a:pt x="985030" y="812541"/>
                              <a:pt x="1060704" y="942108"/>
                            </a:cubicBezTo>
                            <a:cubicBezTo>
                              <a:pt x="816776" y="951398"/>
                              <a:pt x="765061" y="881919"/>
                              <a:pt x="519745" y="942108"/>
                            </a:cubicBezTo>
                            <a:cubicBezTo>
                              <a:pt x="274429" y="1002297"/>
                              <a:pt x="213583" y="937479"/>
                              <a:pt x="0" y="942108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F7A373A1-3AD2-F544-8039-396824FFBC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32864" y="4729371"/>
                <a:ext cx="869658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太陽 25">
                <a:extLst>
                  <a:ext uri="{FF2B5EF4-FFF2-40B4-BE49-F238E27FC236}">
                    <a16:creationId xmlns:a16="http://schemas.microsoft.com/office/drawing/2014/main" id="{5D32C00E-C4C7-D657-D9FF-5636840F8A9B}"/>
                  </a:ext>
                </a:extLst>
              </p:cNvPr>
              <p:cNvSpPr/>
              <p:nvPr/>
            </p:nvSpPr>
            <p:spPr>
              <a:xfrm>
                <a:off x="1159742" y="3932568"/>
                <a:ext cx="380476" cy="386506"/>
              </a:xfrm>
              <a:prstGeom prst="sun">
                <a:avLst/>
              </a:prstGeom>
              <a:ln>
                <a:extLst>
                  <a:ext uri="{C807C97D-BFC1-408E-A445-0C87EB9F89A2}">
                    <ask:lineSketchStyleProps xmlns:ask="http://schemas.microsoft.com/office/drawing/2018/sketchyshapes" sd="238727342">
                      <a:custGeom>
                        <a:avLst/>
                        <a:gdLst>
                          <a:gd name="csX0" fmla="*/ 914400 w 914400"/>
                          <a:gd name="csY0" fmla="*/ 457200 h 914400"/>
                          <a:gd name="csX1" fmla="*/ 729901 w 914400"/>
                          <a:gd name="csY1" fmla="*/ 522812 h 914400"/>
                          <a:gd name="csX2" fmla="*/ 729901 w 914400"/>
                          <a:gd name="csY2" fmla="*/ 391588 h 914400"/>
                          <a:gd name="csX3" fmla="*/ 914400 w 914400"/>
                          <a:gd name="csY3" fmla="*/ 457200 h 914400"/>
                          <a:gd name="csX4" fmla="*/ 780457 w 914400"/>
                          <a:gd name="csY4" fmla="*/ 133900 h 914400"/>
                          <a:gd name="csX5" fmla="*/ 696415 w 914400"/>
                          <a:gd name="csY5" fmla="*/ 310773 h 914400"/>
                          <a:gd name="csX6" fmla="*/ 603627 w 914400"/>
                          <a:gd name="csY6" fmla="*/ 217985 h 914400"/>
                          <a:gd name="csX7" fmla="*/ 780457 w 914400"/>
                          <a:gd name="csY7" fmla="*/ 133900 h 914400"/>
                          <a:gd name="csX8" fmla="*/ 457200 w 914400"/>
                          <a:gd name="csY8" fmla="*/ 0 h 914400"/>
                          <a:gd name="csX9" fmla="*/ 522812 w 914400"/>
                          <a:gd name="csY9" fmla="*/ 184499 h 914400"/>
                          <a:gd name="csX10" fmla="*/ 391588 w 914400"/>
                          <a:gd name="csY10" fmla="*/ 184499 h 914400"/>
                          <a:gd name="csX11" fmla="*/ 457200 w 914400"/>
                          <a:gd name="csY11" fmla="*/ 0 h 914400"/>
                          <a:gd name="csX12" fmla="*/ 133900 w 914400"/>
                          <a:gd name="csY12" fmla="*/ 133900 h 914400"/>
                          <a:gd name="csX13" fmla="*/ 310773 w 914400"/>
                          <a:gd name="csY13" fmla="*/ 217985 h 914400"/>
                          <a:gd name="csX14" fmla="*/ 217985 w 914400"/>
                          <a:gd name="csY14" fmla="*/ 310773 h 914400"/>
                          <a:gd name="csX15" fmla="*/ 133900 w 914400"/>
                          <a:gd name="csY15" fmla="*/ 133900 h 914400"/>
                          <a:gd name="csX16" fmla="*/ 0 w 914400"/>
                          <a:gd name="csY16" fmla="*/ 457200 h 914400"/>
                          <a:gd name="csX17" fmla="*/ 184499 w 914400"/>
                          <a:gd name="csY17" fmla="*/ 391588 h 914400"/>
                          <a:gd name="csX18" fmla="*/ 184499 w 914400"/>
                          <a:gd name="csY18" fmla="*/ 522812 h 914400"/>
                          <a:gd name="csX19" fmla="*/ 0 w 914400"/>
                          <a:gd name="csY19" fmla="*/ 457200 h 914400"/>
                          <a:gd name="csX20" fmla="*/ 133900 w 914400"/>
                          <a:gd name="csY20" fmla="*/ 780457 h 914400"/>
                          <a:gd name="csX21" fmla="*/ 217985 w 914400"/>
                          <a:gd name="csY21" fmla="*/ 603627 h 914400"/>
                          <a:gd name="csX22" fmla="*/ 310773 w 914400"/>
                          <a:gd name="csY22" fmla="*/ 696415 h 914400"/>
                          <a:gd name="csX23" fmla="*/ 133900 w 914400"/>
                          <a:gd name="csY23" fmla="*/ 780457 h 914400"/>
                          <a:gd name="csX24" fmla="*/ 457200 w 914400"/>
                          <a:gd name="csY24" fmla="*/ 914400 h 914400"/>
                          <a:gd name="csX25" fmla="*/ 391588 w 914400"/>
                          <a:gd name="csY25" fmla="*/ 729901 h 914400"/>
                          <a:gd name="csX26" fmla="*/ 522812 w 914400"/>
                          <a:gd name="csY26" fmla="*/ 729901 h 914400"/>
                          <a:gd name="csX27" fmla="*/ 457200 w 914400"/>
                          <a:gd name="csY27" fmla="*/ 914400 h 914400"/>
                          <a:gd name="csX28" fmla="*/ 780457 w 914400"/>
                          <a:gd name="csY28" fmla="*/ 780457 h 914400"/>
                          <a:gd name="csX29" fmla="*/ 603627 w 914400"/>
                          <a:gd name="csY29" fmla="*/ 696415 h 914400"/>
                          <a:gd name="csX30" fmla="*/ 696415 w 914400"/>
                          <a:gd name="csY30" fmla="*/ 603627 h 914400"/>
                          <a:gd name="csX31" fmla="*/ 780457 w 914400"/>
                          <a:gd name="csY31" fmla="*/ 780457 h 914400"/>
                          <a:gd name="csX32" fmla="*/ 228600 w 914400"/>
                          <a:gd name="csY32" fmla="*/ 457200 h 914400"/>
                          <a:gd name="csX33" fmla="*/ 457200 w 914400"/>
                          <a:gd name="csY33" fmla="*/ 228600 h 914400"/>
                          <a:gd name="csX34" fmla="*/ 685800 w 914400"/>
                          <a:gd name="csY34" fmla="*/ 457200 h 914400"/>
                          <a:gd name="csX35" fmla="*/ 457200 w 914400"/>
                          <a:gd name="csY35" fmla="*/ 685800 h 914400"/>
                          <a:gd name="csX36" fmla="*/ 228600 w 914400"/>
                          <a:gd name="csY36" fmla="*/ 457200 h 91440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  <a:cxn ang="0">
                            <a:pos x="csX18" y="csY18"/>
                          </a:cxn>
                          <a:cxn ang="0">
                            <a:pos x="csX19" y="csY19"/>
                          </a:cxn>
                          <a:cxn ang="0">
                            <a:pos x="csX20" y="csY20"/>
                          </a:cxn>
                          <a:cxn ang="0">
                            <a:pos x="csX21" y="csY21"/>
                          </a:cxn>
                          <a:cxn ang="0">
                            <a:pos x="csX22" y="csY22"/>
                          </a:cxn>
                          <a:cxn ang="0">
                            <a:pos x="csX23" y="csY23"/>
                          </a:cxn>
                          <a:cxn ang="0">
                            <a:pos x="csX24" y="csY24"/>
                          </a:cxn>
                          <a:cxn ang="0">
                            <a:pos x="csX25" y="csY25"/>
                          </a:cxn>
                          <a:cxn ang="0">
                            <a:pos x="csX26" y="csY26"/>
                          </a:cxn>
                          <a:cxn ang="0">
                            <a:pos x="csX27" y="csY27"/>
                          </a:cxn>
                          <a:cxn ang="0">
                            <a:pos x="csX28" y="csY28"/>
                          </a:cxn>
                          <a:cxn ang="0">
                            <a:pos x="csX29" y="csY29"/>
                          </a:cxn>
                          <a:cxn ang="0">
                            <a:pos x="csX30" y="csY30"/>
                          </a:cxn>
                          <a:cxn ang="0">
                            <a:pos x="csX31" y="csY31"/>
                          </a:cxn>
                          <a:cxn ang="0">
                            <a:pos x="csX32" y="csY32"/>
                          </a:cxn>
                          <a:cxn ang="0">
                            <a:pos x="csX33" y="csY33"/>
                          </a:cxn>
                          <a:cxn ang="0">
                            <a:pos x="csX34" y="csY34"/>
                          </a:cxn>
                          <a:cxn ang="0">
                            <a:pos x="csX35" y="csY35"/>
                          </a:cxn>
                          <a:cxn ang="0">
                            <a:pos x="csX36" y="csY36"/>
                          </a:cxn>
                        </a:cxnLst>
                        <a:rect l="l" t="t" r="r" b="b"/>
                        <a:pathLst>
                          <a:path w="914400" h="914400" fill="none" extrusionOk="0">
                            <a:moveTo>
                              <a:pt x="914400" y="457200"/>
                            </a:moveTo>
                            <a:cubicBezTo>
                              <a:pt x="853022" y="502250"/>
                              <a:pt x="818399" y="485468"/>
                              <a:pt x="729901" y="522812"/>
                            </a:cubicBezTo>
                            <a:cubicBezTo>
                              <a:pt x="726442" y="483312"/>
                              <a:pt x="740326" y="427046"/>
                              <a:pt x="729901" y="391588"/>
                            </a:cubicBezTo>
                            <a:cubicBezTo>
                              <a:pt x="787385" y="400087"/>
                              <a:pt x="824239" y="450075"/>
                              <a:pt x="914400" y="4572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49864" y="217634"/>
                              <a:pt x="713932" y="238552"/>
                              <a:pt x="696415" y="310773"/>
                            </a:cubicBezTo>
                            <a:cubicBezTo>
                              <a:pt x="658828" y="287851"/>
                              <a:pt x="630037" y="243140"/>
                              <a:pt x="603627" y="217985"/>
                            </a:cubicBezTo>
                            <a:cubicBezTo>
                              <a:pt x="665171" y="169080"/>
                              <a:pt x="732319" y="176039"/>
                              <a:pt x="780457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493396" y="47136"/>
                              <a:pt x="500933" y="138559"/>
                              <a:pt x="522812" y="184499"/>
                            </a:cubicBezTo>
                            <a:cubicBezTo>
                              <a:pt x="461981" y="200226"/>
                              <a:pt x="443483" y="171546"/>
                              <a:pt x="391588" y="184499"/>
                            </a:cubicBezTo>
                            <a:cubicBezTo>
                              <a:pt x="393084" y="116269"/>
                              <a:pt x="436786" y="86897"/>
                              <a:pt x="457200" y="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182779" y="149865"/>
                              <a:pt x="218099" y="196696"/>
                              <a:pt x="310773" y="217985"/>
                            </a:cubicBezTo>
                            <a:cubicBezTo>
                              <a:pt x="276201" y="267591"/>
                              <a:pt x="243012" y="273739"/>
                              <a:pt x="217985" y="310773"/>
                            </a:cubicBezTo>
                            <a:cubicBezTo>
                              <a:pt x="179294" y="241823"/>
                              <a:pt x="177454" y="184131"/>
                              <a:pt x="133900" y="133900"/>
                            </a:cubicBezTo>
                            <a:close/>
                            <a:moveTo>
                              <a:pt x="0" y="457200"/>
                            </a:moveTo>
                            <a:cubicBezTo>
                              <a:pt x="63886" y="413560"/>
                              <a:pt x="139352" y="409291"/>
                              <a:pt x="184499" y="391588"/>
                            </a:cubicBezTo>
                            <a:cubicBezTo>
                              <a:pt x="189613" y="444897"/>
                              <a:pt x="183732" y="458742"/>
                              <a:pt x="184499" y="522812"/>
                            </a:cubicBezTo>
                            <a:cubicBezTo>
                              <a:pt x="102754" y="503014"/>
                              <a:pt x="87202" y="476414"/>
                              <a:pt x="0" y="457200"/>
                            </a:cubicBezTo>
                            <a:close/>
                            <a:moveTo>
                              <a:pt x="133900" y="780457"/>
                            </a:moveTo>
                            <a:cubicBezTo>
                              <a:pt x="166667" y="704998"/>
                              <a:pt x="205807" y="672757"/>
                              <a:pt x="217985" y="603627"/>
                            </a:cubicBezTo>
                            <a:cubicBezTo>
                              <a:pt x="249060" y="618576"/>
                              <a:pt x="271330" y="663542"/>
                              <a:pt x="310773" y="696415"/>
                            </a:cubicBezTo>
                            <a:cubicBezTo>
                              <a:pt x="241429" y="736087"/>
                              <a:pt x="196861" y="742426"/>
                              <a:pt x="133900" y="780457"/>
                            </a:cubicBezTo>
                            <a:close/>
                            <a:moveTo>
                              <a:pt x="457200" y="914400"/>
                            </a:moveTo>
                            <a:cubicBezTo>
                              <a:pt x="420322" y="867884"/>
                              <a:pt x="445815" y="812477"/>
                              <a:pt x="391588" y="729901"/>
                            </a:cubicBezTo>
                            <a:cubicBezTo>
                              <a:pt x="449065" y="729881"/>
                              <a:pt x="466234" y="738223"/>
                              <a:pt x="522812" y="729901"/>
                            </a:cubicBezTo>
                            <a:cubicBezTo>
                              <a:pt x="511653" y="769952"/>
                              <a:pt x="469758" y="827134"/>
                              <a:pt x="457200" y="914400"/>
                            </a:cubicBezTo>
                            <a:close/>
                            <a:moveTo>
                              <a:pt x="780457" y="780457"/>
                            </a:moveTo>
                            <a:cubicBezTo>
                              <a:pt x="710635" y="765249"/>
                              <a:pt x="693958" y="731377"/>
                              <a:pt x="603627" y="696415"/>
                            </a:cubicBezTo>
                            <a:cubicBezTo>
                              <a:pt x="628130" y="660197"/>
                              <a:pt x="667347" y="641842"/>
                              <a:pt x="696415" y="603627"/>
                            </a:cubicBezTo>
                            <a:cubicBezTo>
                              <a:pt x="740713" y="647741"/>
                              <a:pt x="736511" y="729059"/>
                              <a:pt x="780457" y="780457"/>
                            </a:cubicBezTo>
                            <a:close/>
                            <a:moveTo>
                              <a:pt x="228600" y="457200"/>
                            </a:moveTo>
                            <a:cubicBezTo>
                              <a:pt x="212119" y="300093"/>
                              <a:pt x="336145" y="247940"/>
                              <a:pt x="457200" y="228600"/>
                            </a:cubicBezTo>
                            <a:cubicBezTo>
                              <a:pt x="610758" y="209913"/>
                              <a:pt x="689091" y="300854"/>
                              <a:pt x="685800" y="457200"/>
                            </a:cubicBezTo>
                            <a:cubicBezTo>
                              <a:pt x="688561" y="586562"/>
                              <a:pt x="560615" y="707443"/>
                              <a:pt x="457200" y="685800"/>
                            </a:cubicBezTo>
                            <a:cubicBezTo>
                              <a:pt x="329196" y="674710"/>
                              <a:pt x="221210" y="610282"/>
                              <a:pt x="228600" y="457200"/>
                            </a:cubicBezTo>
                            <a:close/>
                          </a:path>
                          <a:path w="914400" h="914400" stroke="0" extrusionOk="0">
                            <a:moveTo>
                              <a:pt x="914400" y="457200"/>
                            </a:moveTo>
                            <a:cubicBezTo>
                              <a:pt x="850032" y="483421"/>
                              <a:pt x="778554" y="497229"/>
                              <a:pt x="729901" y="522812"/>
                            </a:cubicBezTo>
                            <a:cubicBezTo>
                              <a:pt x="721490" y="478465"/>
                              <a:pt x="737711" y="430312"/>
                              <a:pt x="729901" y="391588"/>
                            </a:cubicBezTo>
                            <a:cubicBezTo>
                              <a:pt x="818238" y="405013"/>
                              <a:pt x="866674" y="452327"/>
                              <a:pt x="914400" y="457200"/>
                            </a:cubicBezTo>
                            <a:close/>
                            <a:moveTo>
                              <a:pt x="780457" y="133900"/>
                            </a:moveTo>
                            <a:cubicBezTo>
                              <a:pt x="755252" y="206890"/>
                              <a:pt x="713017" y="238212"/>
                              <a:pt x="696415" y="310773"/>
                            </a:cubicBezTo>
                            <a:cubicBezTo>
                              <a:pt x="665647" y="301214"/>
                              <a:pt x="641542" y="250493"/>
                              <a:pt x="603627" y="217985"/>
                            </a:cubicBezTo>
                            <a:cubicBezTo>
                              <a:pt x="675956" y="169257"/>
                              <a:pt x="706213" y="170523"/>
                              <a:pt x="780457" y="133900"/>
                            </a:cubicBezTo>
                            <a:close/>
                            <a:moveTo>
                              <a:pt x="457200" y="0"/>
                            </a:moveTo>
                            <a:cubicBezTo>
                              <a:pt x="503026" y="59709"/>
                              <a:pt x="491107" y="146929"/>
                              <a:pt x="522812" y="184499"/>
                            </a:cubicBezTo>
                            <a:cubicBezTo>
                              <a:pt x="493985" y="199530"/>
                              <a:pt x="449817" y="174908"/>
                              <a:pt x="391588" y="184499"/>
                            </a:cubicBezTo>
                            <a:cubicBezTo>
                              <a:pt x="406144" y="137717"/>
                              <a:pt x="446210" y="87429"/>
                              <a:pt x="457200" y="0"/>
                            </a:cubicBezTo>
                            <a:close/>
                            <a:moveTo>
                              <a:pt x="133900" y="133900"/>
                            </a:moveTo>
                            <a:cubicBezTo>
                              <a:pt x="204650" y="155062"/>
                              <a:pt x="261064" y="200141"/>
                              <a:pt x="310773" y="217985"/>
                            </a:cubicBezTo>
                            <a:cubicBezTo>
                              <a:pt x="295508" y="249744"/>
                              <a:pt x="261404" y="263600"/>
                              <a:pt x="217985" y="310773"/>
                            </a:cubicBezTo>
                            <a:cubicBezTo>
                              <a:pt x="169839" y="261909"/>
                              <a:pt x="167664" y="185915"/>
                              <a:pt x="133900" y="133900"/>
                            </a:cubicBezTo>
                            <a:close/>
                            <a:moveTo>
                              <a:pt x="0" y="457200"/>
                            </a:moveTo>
                            <a:cubicBezTo>
                              <a:pt x="84190" y="420431"/>
                              <a:pt x="94752" y="428720"/>
                              <a:pt x="184499" y="391588"/>
                            </a:cubicBezTo>
                            <a:cubicBezTo>
                              <a:pt x="189143" y="446832"/>
                              <a:pt x="176869" y="489156"/>
                              <a:pt x="184499" y="522812"/>
                            </a:cubicBezTo>
                            <a:cubicBezTo>
                              <a:pt x="107355" y="500080"/>
                              <a:pt x="55197" y="463188"/>
                              <a:pt x="0" y="457200"/>
                            </a:cubicBezTo>
                            <a:close/>
                            <a:moveTo>
                              <a:pt x="133900" y="780457"/>
                            </a:moveTo>
                            <a:cubicBezTo>
                              <a:pt x="172967" y="694085"/>
                              <a:pt x="207786" y="653530"/>
                              <a:pt x="217985" y="603627"/>
                            </a:cubicBezTo>
                            <a:cubicBezTo>
                              <a:pt x="251050" y="616290"/>
                              <a:pt x="282549" y="669130"/>
                              <a:pt x="310773" y="696415"/>
                            </a:cubicBezTo>
                            <a:cubicBezTo>
                              <a:pt x="271025" y="733750"/>
                              <a:pt x="198353" y="739373"/>
                              <a:pt x="133900" y="780457"/>
                            </a:cubicBezTo>
                            <a:close/>
                            <a:moveTo>
                              <a:pt x="457200" y="914400"/>
                            </a:moveTo>
                            <a:cubicBezTo>
                              <a:pt x="419529" y="869164"/>
                              <a:pt x="424293" y="773837"/>
                              <a:pt x="391588" y="729901"/>
                            </a:cubicBezTo>
                            <a:cubicBezTo>
                              <a:pt x="432234" y="719157"/>
                              <a:pt x="481199" y="744811"/>
                              <a:pt x="522812" y="729901"/>
                            </a:cubicBezTo>
                            <a:cubicBezTo>
                              <a:pt x="512408" y="823687"/>
                              <a:pt x="482417" y="834124"/>
                              <a:pt x="457200" y="914400"/>
                            </a:cubicBezTo>
                            <a:close/>
                            <a:moveTo>
                              <a:pt x="780457" y="780457"/>
                            </a:moveTo>
                            <a:cubicBezTo>
                              <a:pt x="712949" y="757894"/>
                              <a:pt x="677408" y="722525"/>
                              <a:pt x="603627" y="696415"/>
                            </a:cubicBezTo>
                            <a:cubicBezTo>
                              <a:pt x="628463" y="650157"/>
                              <a:pt x="664919" y="643838"/>
                              <a:pt x="696415" y="603627"/>
                            </a:cubicBezTo>
                            <a:cubicBezTo>
                              <a:pt x="731639" y="651240"/>
                              <a:pt x="738954" y="714681"/>
                              <a:pt x="780457" y="780457"/>
                            </a:cubicBezTo>
                            <a:close/>
                            <a:moveTo>
                              <a:pt x="228600" y="457200"/>
                            </a:moveTo>
                            <a:cubicBezTo>
                              <a:pt x="214664" y="323094"/>
                              <a:pt x="319484" y="226911"/>
                              <a:pt x="457200" y="228600"/>
                            </a:cubicBezTo>
                            <a:cubicBezTo>
                              <a:pt x="588815" y="255109"/>
                              <a:pt x="687054" y="326332"/>
                              <a:pt x="685800" y="457200"/>
                            </a:cubicBezTo>
                            <a:cubicBezTo>
                              <a:pt x="679597" y="582984"/>
                              <a:pt x="576529" y="653403"/>
                              <a:pt x="457200" y="685800"/>
                            </a:cubicBezTo>
                            <a:cubicBezTo>
                              <a:pt x="325403" y="688006"/>
                              <a:pt x="226168" y="588211"/>
                              <a:pt x="228600" y="45720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: 塗りつぶしなし 30">
                <a:extLst>
                  <a:ext uri="{FF2B5EF4-FFF2-40B4-BE49-F238E27FC236}">
                    <a16:creationId xmlns:a16="http://schemas.microsoft.com/office/drawing/2014/main" id="{8BDB5B1F-DDF1-E007-66B3-185EB20FF646}"/>
                  </a:ext>
                </a:extLst>
              </p:cNvPr>
              <p:cNvSpPr/>
              <p:nvPr/>
            </p:nvSpPr>
            <p:spPr>
              <a:xfrm>
                <a:off x="1028700" y="3759200"/>
                <a:ext cx="1270655" cy="1256145"/>
              </a:xfrm>
              <a:prstGeom prst="donut">
                <a:avLst>
                  <a:gd name="adj" fmla="val 7808"/>
                </a:avLst>
              </a:prstGeom>
              <a:solidFill>
                <a:srgbClr val="FFC000"/>
              </a:solidFill>
              <a:scene3d>
                <a:camera prst="orthographicFront"/>
                <a:lightRig rig="threePt" dir="t"/>
              </a:scene3d>
              <a:sp3d>
                <a:bevelT prst="slope"/>
                <a:bevelB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フリーフォーム: 図形 34">
                <a:extLst>
                  <a:ext uri="{FF2B5EF4-FFF2-40B4-BE49-F238E27FC236}">
                    <a16:creationId xmlns:a16="http://schemas.microsoft.com/office/drawing/2014/main" id="{D540EDE4-E08D-F8EC-5B1D-D414E63272E6}"/>
                  </a:ext>
                </a:extLst>
              </p:cNvPr>
              <p:cNvSpPr/>
              <p:nvPr/>
            </p:nvSpPr>
            <p:spPr>
              <a:xfrm>
                <a:off x="1028700" y="3761404"/>
                <a:ext cx="1270655" cy="1253941"/>
              </a:xfrm>
              <a:custGeom>
                <a:avLst/>
                <a:gdLst>
                  <a:gd name="csX0" fmla="*/ 1633017 w 3053770"/>
                  <a:gd name="csY0" fmla="*/ 0 h 2966584"/>
                  <a:gd name="csX1" fmla="*/ 1683000 w 3053770"/>
                  <a:gd name="csY1" fmla="*/ 2456 h 2966584"/>
                  <a:gd name="csX2" fmla="*/ 3053770 w 3053770"/>
                  <a:gd name="csY2" fmla="*/ 1480684 h 2966584"/>
                  <a:gd name="csX3" fmla="*/ 1526885 w 3053770"/>
                  <a:gd name="csY3" fmla="*/ 2966584 h 2966584"/>
                  <a:gd name="csX4" fmla="*/ 0 w 3053770"/>
                  <a:gd name="csY4" fmla="*/ 1480684 h 2966584"/>
                  <a:gd name="csX5" fmla="*/ 31021 w 3053770"/>
                  <a:gd name="csY5" fmla="*/ 1181224 h 2966584"/>
                  <a:gd name="csX6" fmla="*/ 33060 w 3053770"/>
                  <a:gd name="csY6" fmla="*/ 1173507 h 2966584"/>
                  <a:gd name="csX7" fmla="*/ 185635 w 3053770"/>
                  <a:gd name="csY7" fmla="*/ 1149992 h 2966584"/>
                  <a:gd name="csX8" fmla="*/ 285973 w 3053770"/>
                  <a:gd name="csY8" fmla="*/ 1123938 h 2966584"/>
                  <a:gd name="csX9" fmla="*/ 258345 w 3053770"/>
                  <a:gd name="csY9" fmla="*/ 1227988 h 2966584"/>
                  <a:gd name="csX10" fmla="*/ 232038 w 3053770"/>
                  <a:gd name="csY10" fmla="*/ 1480684 h 2966584"/>
                  <a:gd name="csX11" fmla="*/ 1526885 w 3053770"/>
                  <a:gd name="csY11" fmla="*/ 2734545 h 2966584"/>
                  <a:gd name="csX12" fmla="*/ 2821732 w 3053770"/>
                  <a:gd name="csY12" fmla="*/ 1480684 h 2966584"/>
                  <a:gd name="csX13" fmla="*/ 1526885 w 3053770"/>
                  <a:gd name="csY13" fmla="*/ 226823 h 2966584"/>
                  <a:gd name="csX14" fmla="*/ 1508668 w 3053770"/>
                  <a:gd name="csY14" fmla="*/ 227714 h 2966584"/>
                  <a:gd name="csX15" fmla="*/ 1584600 w 3053770"/>
                  <a:gd name="csY15" fmla="*/ 101496 h 2966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053770" h="2966584">
                    <a:moveTo>
                      <a:pt x="1633017" y="0"/>
                    </a:moveTo>
                    <a:lnTo>
                      <a:pt x="1683000" y="2456"/>
                    </a:lnTo>
                    <a:cubicBezTo>
                      <a:pt x="2452941" y="78549"/>
                      <a:pt x="3053770" y="711334"/>
                      <a:pt x="3053770" y="1480684"/>
                    </a:cubicBezTo>
                    <a:cubicBezTo>
                      <a:pt x="3053770" y="2301324"/>
                      <a:pt x="2370160" y="2966584"/>
                      <a:pt x="1526885" y="2966584"/>
                    </a:cubicBezTo>
                    <a:cubicBezTo>
                      <a:pt x="683610" y="2966584"/>
                      <a:pt x="0" y="2301324"/>
                      <a:pt x="0" y="1480684"/>
                    </a:cubicBezTo>
                    <a:cubicBezTo>
                      <a:pt x="0" y="1378104"/>
                      <a:pt x="10682" y="1277952"/>
                      <a:pt x="31021" y="1181224"/>
                    </a:cubicBezTo>
                    <a:lnTo>
                      <a:pt x="33060" y="1173507"/>
                    </a:lnTo>
                    <a:lnTo>
                      <a:pt x="185635" y="1149992"/>
                    </a:lnTo>
                    <a:lnTo>
                      <a:pt x="285973" y="1123938"/>
                    </a:lnTo>
                    <a:lnTo>
                      <a:pt x="258345" y="1227988"/>
                    </a:lnTo>
                    <a:cubicBezTo>
                      <a:pt x="241096" y="1309611"/>
                      <a:pt x="232038" y="1394123"/>
                      <a:pt x="232038" y="1480684"/>
                    </a:cubicBezTo>
                    <a:cubicBezTo>
                      <a:pt x="232038" y="2173172"/>
                      <a:pt x="811761" y="2734545"/>
                      <a:pt x="1526885" y="2734545"/>
                    </a:cubicBezTo>
                    <a:cubicBezTo>
                      <a:pt x="2242009" y="2734545"/>
                      <a:pt x="2821732" y="2173172"/>
                      <a:pt x="2821732" y="1480684"/>
                    </a:cubicBezTo>
                    <a:cubicBezTo>
                      <a:pt x="2821732" y="788196"/>
                      <a:pt x="2242009" y="226823"/>
                      <a:pt x="1526885" y="226823"/>
                    </a:cubicBezTo>
                    <a:lnTo>
                      <a:pt x="1508668" y="227714"/>
                    </a:lnTo>
                    <a:lnTo>
                      <a:pt x="1584600" y="101496"/>
                    </a:lnTo>
                    <a:close/>
                  </a:path>
                </a:pathLst>
              </a:custGeom>
              <a:solidFill>
                <a:schemeClr val="tx2">
                  <a:lumMod val="50000"/>
                </a:schemeClr>
              </a:solidFill>
              <a:scene3d>
                <a:camera prst="orthographicFront"/>
                <a:lightRig rig="threePt" dir="t"/>
              </a:scene3d>
              <a:sp3d>
                <a:bevelT prst="slope"/>
                <a:bevelB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799A2BAF-8D03-6ABA-1DB4-C94B9A81F059}"/>
              </a:ext>
            </a:extLst>
          </p:cNvPr>
          <p:cNvGrpSpPr/>
          <p:nvPr/>
        </p:nvGrpSpPr>
        <p:grpSpPr>
          <a:xfrm>
            <a:off x="1952844" y="1987618"/>
            <a:ext cx="880844" cy="589557"/>
            <a:chOff x="1952844" y="1987618"/>
            <a:chExt cx="880844" cy="589557"/>
          </a:xfrm>
        </p:grpSpPr>
        <p:sp>
          <p:nvSpPr>
            <p:cNvPr id="47" name="円弧 46">
              <a:extLst>
                <a:ext uri="{FF2B5EF4-FFF2-40B4-BE49-F238E27FC236}">
                  <a16:creationId xmlns:a16="http://schemas.microsoft.com/office/drawing/2014/main" id="{8FB5BA84-5B99-A7FE-871C-8F4773ADC9AB}"/>
                </a:ext>
              </a:extLst>
            </p:cNvPr>
            <p:cNvSpPr/>
            <p:nvPr/>
          </p:nvSpPr>
          <p:spPr>
            <a:xfrm rot="17345171">
              <a:off x="2404490" y="2367486"/>
              <a:ext cx="141031" cy="51795"/>
            </a:xfrm>
            <a:prstGeom prst="arc">
              <a:avLst>
                <a:gd name="adj1" fmla="val 12224597"/>
                <a:gd name="adj2" fmla="val 21197941"/>
              </a:avLst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6" name="グループ化 75">
              <a:extLst>
                <a:ext uri="{FF2B5EF4-FFF2-40B4-BE49-F238E27FC236}">
                  <a16:creationId xmlns:a16="http://schemas.microsoft.com/office/drawing/2014/main" id="{82B2B13D-478F-E199-D384-3F54B7BF116F}"/>
                </a:ext>
              </a:extLst>
            </p:cNvPr>
            <p:cNvGrpSpPr/>
            <p:nvPr/>
          </p:nvGrpSpPr>
          <p:grpSpPr>
            <a:xfrm>
              <a:off x="1952844" y="1987618"/>
              <a:ext cx="880844" cy="589557"/>
              <a:chOff x="1952844" y="1987618"/>
              <a:chExt cx="880844" cy="589557"/>
            </a:xfrm>
          </p:grpSpPr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601BEA36-28DD-1D81-FD69-10ACEE6AAD94}"/>
                  </a:ext>
                </a:extLst>
              </p:cNvPr>
              <p:cNvCxnSpPr>
                <a:cxnSpLocks/>
                <a:stCxn id="68" idx="0"/>
              </p:cNvCxnSpPr>
              <p:nvPr/>
            </p:nvCxnSpPr>
            <p:spPr>
              <a:xfrm>
                <a:off x="2098292" y="1987618"/>
                <a:ext cx="529405" cy="457199"/>
              </a:xfrm>
              <a:prstGeom prst="line">
                <a:avLst/>
              </a:prstGeom>
              <a:effectLst>
                <a:glow rad="635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9" name="直線コネクタ 8">
                <a:extLst>
                  <a:ext uri="{FF2B5EF4-FFF2-40B4-BE49-F238E27FC236}">
                    <a16:creationId xmlns:a16="http://schemas.microsoft.com/office/drawing/2014/main" id="{428DAAE6-7AED-A9B2-F3CE-E6DF2F677EA6}"/>
                  </a:ext>
                </a:extLst>
              </p:cNvPr>
              <p:cNvCxnSpPr>
                <a:cxnSpLocks/>
                <a:stCxn id="68" idx="2"/>
              </p:cNvCxnSpPr>
              <p:nvPr/>
            </p:nvCxnSpPr>
            <p:spPr>
              <a:xfrm>
                <a:off x="1952844" y="2444817"/>
                <a:ext cx="674853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pic>
            <p:nvPicPr>
              <p:cNvPr id="65" name="グラフィックス 64" descr="目 単色塗りつぶし">
                <a:extLst>
                  <a:ext uri="{FF2B5EF4-FFF2-40B4-BE49-F238E27FC236}">
                    <a16:creationId xmlns:a16="http://schemas.microsoft.com/office/drawing/2014/main" id="{690C7F02-0F5F-E149-ADAC-D626AF900A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608656" y="2312456"/>
                <a:ext cx="225032" cy="264719"/>
              </a:xfrm>
              <a:prstGeom prst="rect">
                <a:avLst/>
              </a:prstGeom>
            </p:spPr>
          </p:pic>
          <p:sp>
            <p:nvSpPr>
              <p:cNvPr id="68" name="二等辺三角形 67">
                <a:extLst>
                  <a:ext uri="{FF2B5EF4-FFF2-40B4-BE49-F238E27FC236}">
                    <a16:creationId xmlns:a16="http://schemas.microsoft.com/office/drawing/2014/main" id="{9E3023B0-76D2-9831-9BBE-7AA7B016C7CE}"/>
                  </a:ext>
                </a:extLst>
              </p:cNvPr>
              <p:cNvSpPr/>
              <p:nvPr/>
            </p:nvSpPr>
            <p:spPr>
              <a:xfrm>
                <a:off x="1952844" y="1987618"/>
                <a:ext cx="290896" cy="457199"/>
              </a:xfrm>
              <a:prstGeom prst="triangle">
                <a:avLst/>
              </a:prstGeom>
              <a:gradFill flip="none" rotWithShape="1">
                <a:gsLst>
                  <a:gs pos="0">
                    <a:schemeClr val="bg1">
                      <a:shade val="30000"/>
                      <a:satMod val="115000"/>
                    </a:schemeClr>
                  </a:gs>
                  <a:gs pos="50000">
                    <a:schemeClr val="bg1">
                      <a:shade val="67500"/>
                      <a:satMod val="115000"/>
                    </a:schemeClr>
                  </a:gs>
                  <a:gs pos="100000">
                    <a:schemeClr val="bg1">
                      <a:shade val="100000"/>
                      <a:satMod val="115000"/>
                    </a:schemeClr>
                  </a:gs>
                </a:gsLst>
                <a:path path="circle">
                  <a:fillToRect t="100000" r="100000"/>
                </a:path>
                <a:tileRect l="-100000" b="-10000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A43BFA8-D93C-94B7-0979-41B3E67F999F}"/>
              </a:ext>
            </a:extLst>
          </p:cNvPr>
          <p:cNvGrpSpPr/>
          <p:nvPr/>
        </p:nvGrpSpPr>
        <p:grpSpPr>
          <a:xfrm>
            <a:off x="4082470" y="2457259"/>
            <a:ext cx="1016000" cy="709986"/>
            <a:chOff x="4082470" y="2457259"/>
            <a:chExt cx="1016000" cy="709986"/>
          </a:xfrm>
        </p:grpSpPr>
        <p:sp>
          <p:nvSpPr>
            <p:cNvPr id="36" name="月 35">
              <a:extLst>
                <a:ext uri="{FF2B5EF4-FFF2-40B4-BE49-F238E27FC236}">
                  <a16:creationId xmlns:a16="http://schemas.microsoft.com/office/drawing/2014/main" id="{04CB91C3-CA64-C76E-CC38-81659207352E}"/>
                </a:ext>
              </a:extLst>
            </p:cNvPr>
            <p:cNvSpPr/>
            <p:nvPr/>
          </p:nvSpPr>
          <p:spPr>
            <a:xfrm>
              <a:off x="4426253" y="2457259"/>
              <a:ext cx="304137" cy="486572"/>
            </a:xfrm>
            <a:prstGeom prst="moon">
              <a:avLst>
                <a:gd name="adj" fmla="val 43544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EE6FFC75-B366-B9D1-98CF-EB424486BB34}"/>
                </a:ext>
              </a:extLst>
            </p:cNvPr>
            <p:cNvGrpSpPr/>
            <p:nvPr/>
          </p:nvGrpSpPr>
          <p:grpSpPr>
            <a:xfrm>
              <a:off x="4082470" y="2844192"/>
              <a:ext cx="1016000" cy="323053"/>
              <a:chOff x="4031673" y="828183"/>
              <a:chExt cx="1016000" cy="323053"/>
            </a:xfrm>
          </p:grpSpPr>
          <p:cxnSp>
            <p:nvCxnSpPr>
              <p:cNvPr id="10" name="直線コネクタ 9">
                <a:extLst>
                  <a:ext uri="{FF2B5EF4-FFF2-40B4-BE49-F238E27FC236}">
                    <a16:creationId xmlns:a16="http://schemas.microsoft.com/office/drawing/2014/main" id="{B0E41797-F9AC-98D5-8FF3-B0636C7A2E60}"/>
                  </a:ext>
                </a:extLst>
              </p:cNvPr>
              <p:cNvCxnSpPr/>
              <p:nvPr/>
            </p:nvCxnSpPr>
            <p:spPr>
              <a:xfrm>
                <a:off x="4031673" y="1009648"/>
                <a:ext cx="1016000" cy="0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コネクタ 10">
                <a:extLst>
                  <a:ext uri="{FF2B5EF4-FFF2-40B4-BE49-F238E27FC236}">
                    <a16:creationId xmlns:a16="http://schemas.microsoft.com/office/drawing/2014/main" id="{3ACE73CE-31A1-741C-2A11-2CB5499398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94824" y="1054098"/>
                <a:ext cx="689697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コネクタ 11">
                <a:extLst>
                  <a:ext uri="{FF2B5EF4-FFF2-40B4-BE49-F238E27FC236}">
                    <a16:creationId xmlns:a16="http://schemas.microsoft.com/office/drawing/2014/main" id="{D582F1F3-8A70-D53E-0F0A-15EDD34A57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6261" y="1104898"/>
                <a:ext cx="426821" cy="0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矢印: ストライプ 13">
                <a:extLst>
                  <a:ext uri="{FF2B5EF4-FFF2-40B4-BE49-F238E27FC236}">
                    <a16:creationId xmlns:a16="http://schemas.microsoft.com/office/drawing/2014/main" id="{C852A68D-4A5D-E495-3478-D53EA24D0538}"/>
                  </a:ext>
                </a:extLst>
              </p:cNvPr>
              <p:cNvSpPr/>
              <p:nvPr/>
            </p:nvSpPr>
            <p:spPr>
              <a:xfrm rot="16200000">
                <a:off x="4375800" y="847444"/>
                <a:ext cx="323053" cy="284532"/>
              </a:xfrm>
              <a:prstGeom prst="stripedRightArrow">
                <a:avLst/>
              </a:prstGeom>
              <a:solidFill>
                <a:schemeClr val="tx1"/>
              </a:solidFill>
              <a:ln w="38100">
                <a:solidFill>
                  <a:schemeClr val="bg1"/>
                </a:solidFill>
                <a:extLst>
                  <a:ext uri="{C807C97D-BFC1-408E-A445-0C87EB9F89A2}">
                    <ask:lineSketchStyleProps xmlns:ask="http://schemas.microsoft.com/office/drawing/2018/sketchyshapes" sd="4290183000">
                      <a:custGeom>
                        <a:avLst/>
                        <a:gdLst>
                          <a:gd name="csX0" fmla="*/ 0 w 323053"/>
                          <a:gd name="csY0" fmla="*/ 58418 h 233673"/>
                          <a:gd name="csX1" fmla="*/ 7302 w 323053"/>
                          <a:gd name="csY1" fmla="*/ 58418 h 233673"/>
                          <a:gd name="csX2" fmla="*/ 7302 w 323053"/>
                          <a:gd name="csY2" fmla="*/ 175255 h 233673"/>
                          <a:gd name="csX3" fmla="*/ 0 w 323053"/>
                          <a:gd name="csY3" fmla="*/ 175255 h 233673"/>
                          <a:gd name="csX4" fmla="*/ 0 w 323053"/>
                          <a:gd name="csY4" fmla="*/ 58418 h 233673"/>
                          <a:gd name="csX5" fmla="*/ 14605 w 323053"/>
                          <a:gd name="csY5" fmla="*/ 58418 h 233673"/>
                          <a:gd name="csX6" fmla="*/ 29209 w 323053"/>
                          <a:gd name="csY6" fmla="*/ 58418 h 233673"/>
                          <a:gd name="csX7" fmla="*/ 29209 w 323053"/>
                          <a:gd name="csY7" fmla="*/ 175255 h 233673"/>
                          <a:gd name="csX8" fmla="*/ 14605 w 323053"/>
                          <a:gd name="csY8" fmla="*/ 175255 h 233673"/>
                          <a:gd name="csX9" fmla="*/ 14605 w 323053"/>
                          <a:gd name="csY9" fmla="*/ 58418 h 233673"/>
                          <a:gd name="csX10" fmla="*/ 36511 w 323053"/>
                          <a:gd name="csY10" fmla="*/ 58418 h 233673"/>
                          <a:gd name="csX11" fmla="*/ 206217 w 323053"/>
                          <a:gd name="csY11" fmla="*/ 58418 h 233673"/>
                          <a:gd name="csX12" fmla="*/ 206217 w 323053"/>
                          <a:gd name="csY12" fmla="*/ 0 h 233673"/>
                          <a:gd name="csX13" fmla="*/ 323053 w 323053"/>
                          <a:gd name="csY13" fmla="*/ 116837 h 233673"/>
                          <a:gd name="csX14" fmla="*/ 206217 w 323053"/>
                          <a:gd name="csY14" fmla="*/ 233673 h 233673"/>
                          <a:gd name="csX15" fmla="*/ 206217 w 323053"/>
                          <a:gd name="csY15" fmla="*/ 175255 h 233673"/>
                          <a:gd name="csX16" fmla="*/ 36511 w 323053"/>
                          <a:gd name="csY16" fmla="*/ 175255 h 233673"/>
                          <a:gd name="csX17" fmla="*/ 36511 w 323053"/>
                          <a:gd name="csY17" fmla="*/ 58418 h 233673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</a:cxnLst>
                        <a:rect l="l" t="t" r="r" b="b"/>
                        <a:pathLst>
                          <a:path w="323053" h="233673" fill="none" extrusionOk="0">
                            <a:moveTo>
                              <a:pt x="0" y="58418"/>
                            </a:moveTo>
                            <a:cubicBezTo>
                              <a:pt x="3492" y="57753"/>
                              <a:pt x="4921" y="59029"/>
                              <a:pt x="7302" y="58418"/>
                            </a:cubicBezTo>
                            <a:cubicBezTo>
                              <a:pt x="18944" y="116488"/>
                              <a:pt x="6214" y="124802"/>
                              <a:pt x="7302" y="175255"/>
                            </a:cubicBezTo>
                            <a:cubicBezTo>
                              <a:pt x="4849" y="175569"/>
                              <a:pt x="1889" y="174719"/>
                              <a:pt x="0" y="175255"/>
                            </a:cubicBezTo>
                            <a:cubicBezTo>
                              <a:pt x="-7959" y="126912"/>
                              <a:pt x="12134" y="82873"/>
                              <a:pt x="0" y="58418"/>
                            </a:cubicBezTo>
                            <a:close/>
                            <a:moveTo>
                              <a:pt x="14605" y="58418"/>
                            </a:moveTo>
                            <a:cubicBezTo>
                              <a:pt x="21420" y="57004"/>
                              <a:pt x="23537" y="59461"/>
                              <a:pt x="29209" y="58418"/>
                            </a:cubicBezTo>
                            <a:cubicBezTo>
                              <a:pt x="39558" y="111131"/>
                              <a:pt x="18591" y="142200"/>
                              <a:pt x="29209" y="175255"/>
                            </a:cubicBezTo>
                            <a:cubicBezTo>
                              <a:pt x="22473" y="175814"/>
                              <a:pt x="21875" y="175228"/>
                              <a:pt x="14605" y="175255"/>
                            </a:cubicBezTo>
                            <a:cubicBezTo>
                              <a:pt x="10168" y="122117"/>
                              <a:pt x="21702" y="92920"/>
                              <a:pt x="14605" y="58418"/>
                            </a:cubicBezTo>
                            <a:close/>
                            <a:moveTo>
                              <a:pt x="36511" y="58418"/>
                            </a:moveTo>
                            <a:cubicBezTo>
                              <a:pt x="105508" y="53038"/>
                              <a:pt x="154230" y="66204"/>
                              <a:pt x="206217" y="58418"/>
                            </a:cubicBezTo>
                            <a:cubicBezTo>
                              <a:pt x="200888" y="33748"/>
                              <a:pt x="210736" y="19838"/>
                              <a:pt x="206217" y="0"/>
                            </a:cubicBezTo>
                            <a:cubicBezTo>
                              <a:pt x="255471" y="29603"/>
                              <a:pt x="260485" y="64698"/>
                              <a:pt x="323053" y="116837"/>
                            </a:cubicBezTo>
                            <a:cubicBezTo>
                              <a:pt x="285487" y="161992"/>
                              <a:pt x="254529" y="170807"/>
                              <a:pt x="206217" y="233673"/>
                            </a:cubicBezTo>
                            <a:cubicBezTo>
                              <a:pt x="203281" y="217281"/>
                              <a:pt x="207126" y="201599"/>
                              <a:pt x="206217" y="175255"/>
                            </a:cubicBezTo>
                            <a:cubicBezTo>
                              <a:pt x="154817" y="183263"/>
                              <a:pt x="102302" y="173640"/>
                              <a:pt x="36511" y="175255"/>
                            </a:cubicBezTo>
                            <a:cubicBezTo>
                              <a:pt x="24908" y="132047"/>
                              <a:pt x="49371" y="113203"/>
                              <a:pt x="36511" y="58418"/>
                            </a:cubicBezTo>
                            <a:close/>
                          </a:path>
                          <a:path w="323053" h="233673" stroke="0" extrusionOk="0">
                            <a:moveTo>
                              <a:pt x="0" y="58418"/>
                            </a:moveTo>
                            <a:cubicBezTo>
                              <a:pt x="1641" y="58167"/>
                              <a:pt x="5321" y="58661"/>
                              <a:pt x="7302" y="58418"/>
                            </a:cubicBezTo>
                            <a:cubicBezTo>
                              <a:pt x="7686" y="112915"/>
                              <a:pt x="5307" y="126822"/>
                              <a:pt x="7302" y="175255"/>
                            </a:cubicBezTo>
                            <a:cubicBezTo>
                              <a:pt x="4281" y="175997"/>
                              <a:pt x="2436" y="174835"/>
                              <a:pt x="0" y="175255"/>
                            </a:cubicBezTo>
                            <a:cubicBezTo>
                              <a:pt x="-11497" y="124074"/>
                              <a:pt x="7682" y="102072"/>
                              <a:pt x="0" y="58418"/>
                            </a:cubicBezTo>
                            <a:close/>
                            <a:moveTo>
                              <a:pt x="14605" y="58418"/>
                            </a:moveTo>
                            <a:cubicBezTo>
                              <a:pt x="20137" y="57814"/>
                              <a:pt x="25295" y="60112"/>
                              <a:pt x="29209" y="58418"/>
                            </a:cubicBezTo>
                            <a:cubicBezTo>
                              <a:pt x="32228" y="102847"/>
                              <a:pt x="21042" y="138546"/>
                              <a:pt x="29209" y="175255"/>
                            </a:cubicBezTo>
                            <a:cubicBezTo>
                              <a:pt x="24301" y="175520"/>
                              <a:pt x="19209" y="174182"/>
                              <a:pt x="14605" y="175255"/>
                            </a:cubicBezTo>
                            <a:cubicBezTo>
                              <a:pt x="7015" y="148437"/>
                              <a:pt x="19567" y="98117"/>
                              <a:pt x="14605" y="58418"/>
                            </a:cubicBezTo>
                            <a:close/>
                            <a:moveTo>
                              <a:pt x="36511" y="58418"/>
                            </a:moveTo>
                            <a:cubicBezTo>
                              <a:pt x="90395" y="51229"/>
                              <a:pt x="154279" y="74237"/>
                              <a:pt x="206217" y="58418"/>
                            </a:cubicBezTo>
                            <a:cubicBezTo>
                              <a:pt x="199432" y="45887"/>
                              <a:pt x="207807" y="17911"/>
                              <a:pt x="206217" y="0"/>
                            </a:cubicBezTo>
                            <a:cubicBezTo>
                              <a:pt x="258051" y="37611"/>
                              <a:pt x="260777" y="75895"/>
                              <a:pt x="323053" y="116837"/>
                            </a:cubicBezTo>
                            <a:cubicBezTo>
                              <a:pt x="306293" y="158459"/>
                              <a:pt x="251100" y="187026"/>
                              <a:pt x="206217" y="233673"/>
                            </a:cubicBezTo>
                            <a:cubicBezTo>
                              <a:pt x="204480" y="215826"/>
                              <a:pt x="210939" y="203196"/>
                              <a:pt x="206217" y="175255"/>
                            </a:cubicBezTo>
                            <a:cubicBezTo>
                              <a:pt x="159032" y="179363"/>
                              <a:pt x="94242" y="159627"/>
                              <a:pt x="36511" y="175255"/>
                            </a:cubicBezTo>
                            <a:cubicBezTo>
                              <a:pt x="32067" y="145343"/>
                              <a:pt x="38457" y="82285"/>
                              <a:pt x="36511" y="58418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F0298E22-0261-98B0-50C3-E013E4209900}"/>
              </a:ext>
            </a:extLst>
          </p:cNvPr>
          <p:cNvGrpSpPr/>
          <p:nvPr/>
        </p:nvGrpSpPr>
        <p:grpSpPr>
          <a:xfrm>
            <a:off x="5994399" y="2468491"/>
            <a:ext cx="1016000" cy="729851"/>
            <a:chOff x="5994399" y="2468491"/>
            <a:chExt cx="1016000" cy="729851"/>
          </a:xfrm>
        </p:grpSpPr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51CDC766-8E44-3B2E-1189-08EA78E47921}"/>
                </a:ext>
              </a:extLst>
            </p:cNvPr>
            <p:cNvGrpSpPr/>
            <p:nvPr/>
          </p:nvGrpSpPr>
          <p:grpSpPr>
            <a:xfrm>
              <a:off x="5994399" y="2875289"/>
              <a:ext cx="1016000" cy="323053"/>
              <a:chOff x="5943602" y="859280"/>
              <a:chExt cx="1016000" cy="323053"/>
            </a:xfrm>
          </p:grpSpPr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82CAA921-DCB6-E347-1C43-A673E6FD5589}"/>
                  </a:ext>
                </a:extLst>
              </p:cNvPr>
              <p:cNvGrpSpPr/>
              <p:nvPr/>
            </p:nvGrpSpPr>
            <p:grpSpPr>
              <a:xfrm>
                <a:off x="5943602" y="1003441"/>
                <a:ext cx="1016000" cy="95250"/>
                <a:chOff x="5943602" y="1003441"/>
                <a:chExt cx="1016000" cy="95250"/>
              </a:xfrm>
            </p:grpSpPr>
            <p:cxnSp>
              <p:nvCxnSpPr>
                <p:cNvPr id="30" name="直線コネクタ 29">
                  <a:extLst>
                    <a:ext uri="{FF2B5EF4-FFF2-40B4-BE49-F238E27FC236}">
                      <a16:creationId xmlns:a16="http://schemas.microsoft.com/office/drawing/2014/main" id="{ECD828EA-7ECF-20DF-EF27-575700784E88}"/>
                    </a:ext>
                  </a:extLst>
                </p:cNvPr>
                <p:cNvCxnSpPr/>
                <p:nvPr/>
              </p:nvCxnSpPr>
              <p:spPr>
                <a:xfrm>
                  <a:off x="5943602" y="1003441"/>
                  <a:ext cx="1016000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501060EA-764D-845A-2C6F-F22853AB5F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06753" y="1047891"/>
                  <a:ext cx="689697" cy="0"/>
                </a:xfrm>
                <a:prstGeom prst="line">
                  <a:avLst/>
                </a:prstGeom>
                <a:ln w="127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8EB32B0B-B12D-1B13-D78C-CC424E6835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38190" y="1098691"/>
                  <a:ext cx="426821" cy="0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矢印: ストライプ 21">
                <a:extLst>
                  <a:ext uri="{FF2B5EF4-FFF2-40B4-BE49-F238E27FC236}">
                    <a16:creationId xmlns:a16="http://schemas.microsoft.com/office/drawing/2014/main" id="{CD0D520D-4DFF-D8EA-1141-F7B1211A92D1}"/>
                  </a:ext>
                </a:extLst>
              </p:cNvPr>
              <p:cNvSpPr/>
              <p:nvPr/>
            </p:nvSpPr>
            <p:spPr>
              <a:xfrm rot="5400000">
                <a:off x="6292415" y="878541"/>
                <a:ext cx="323053" cy="284532"/>
              </a:xfrm>
              <a:prstGeom prst="stripedRightArrow">
                <a:avLst/>
              </a:prstGeom>
              <a:solidFill>
                <a:schemeClr val="tx1"/>
              </a:solidFill>
              <a:ln w="38100">
                <a:solidFill>
                  <a:schemeClr val="bg1"/>
                </a:solidFill>
                <a:extLst>
                  <a:ext uri="{C807C97D-BFC1-408E-A445-0C87EB9F89A2}">
                    <ask:lineSketchStyleProps xmlns:ask="http://schemas.microsoft.com/office/drawing/2018/sketchyshapes" sd="4290183000">
                      <a:custGeom>
                        <a:avLst/>
                        <a:gdLst>
                          <a:gd name="csX0" fmla="*/ 0 w 323053"/>
                          <a:gd name="csY0" fmla="*/ 58418 h 233673"/>
                          <a:gd name="csX1" fmla="*/ 7302 w 323053"/>
                          <a:gd name="csY1" fmla="*/ 58418 h 233673"/>
                          <a:gd name="csX2" fmla="*/ 7302 w 323053"/>
                          <a:gd name="csY2" fmla="*/ 175255 h 233673"/>
                          <a:gd name="csX3" fmla="*/ 0 w 323053"/>
                          <a:gd name="csY3" fmla="*/ 175255 h 233673"/>
                          <a:gd name="csX4" fmla="*/ 0 w 323053"/>
                          <a:gd name="csY4" fmla="*/ 58418 h 233673"/>
                          <a:gd name="csX5" fmla="*/ 14605 w 323053"/>
                          <a:gd name="csY5" fmla="*/ 58418 h 233673"/>
                          <a:gd name="csX6" fmla="*/ 29209 w 323053"/>
                          <a:gd name="csY6" fmla="*/ 58418 h 233673"/>
                          <a:gd name="csX7" fmla="*/ 29209 w 323053"/>
                          <a:gd name="csY7" fmla="*/ 175255 h 233673"/>
                          <a:gd name="csX8" fmla="*/ 14605 w 323053"/>
                          <a:gd name="csY8" fmla="*/ 175255 h 233673"/>
                          <a:gd name="csX9" fmla="*/ 14605 w 323053"/>
                          <a:gd name="csY9" fmla="*/ 58418 h 233673"/>
                          <a:gd name="csX10" fmla="*/ 36511 w 323053"/>
                          <a:gd name="csY10" fmla="*/ 58418 h 233673"/>
                          <a:gd name="csX11" fmla="*/ 206217 w 323053"/>
                          <a:gd name="csY11" fmla="*/ 58418 h 233673"/>
                          <a:gd name="csX12" fmla="*/ 206217 w 323053"/>
                          <a:gd name="csY12" fmla="*/ 0 h 233673"/>
                          <a:gd name="csX13" fmla="*/ 323053 w 323053"/>
                          <a:gd name="csY13" fmla="*/ 116837 h 233673"/>
                          <a:gd name="csX14" fmla="*/ 206217 w 323053"/>
                          <a:gd name="csY14" fmla="*/ 233673 h 233673"/>
                          <a:gd name="csX15" fmla="*/ 206217 w 323053"/>
                          <a:gd name="csY15" fmla="*/ 175255 h 233673"/>
                          <a:gd name="csX16" fmla="*/ 36511 w 323053"/>
                          <a:gd name="csY16" fmla="*/ 175255 h 233673"/>
                          <a:gd name="csX17" fmla="*/ 36511 w 323053"/>
                          <a:gd name="csY17" fmla="*/ 58418 h 233673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  <a:cxn ang="0">
                            <a:pos x="csX5" y="csY5"/>
                          </a:cxn>
                          <a:cxn ang="0">
                            <a:pos x="csX6" y="csY6"/>
                          </a:cxn>
                          <a:cxn ang="0">
                            <a:pos x="csX7" y="csY7"/>
                          </a:cxn>
                          <a:cxn ang="0">
                            <a:pos x="csX8" y="csY8"/>
                          </a:cxn>
                          <a:cxn ang="0">
                            <a:pos x="csX9" y="csY9"/>
                          </a:cxn>
                          <a:cxn ang="0">
                            <a:pos x="csX10" y="csY10"/>
                          </a:cxn>
                          <a:cxn ang="0">
                            <a:pos x="csX11" y="csY11"/>
                          </a:cxn>
                          <a:cxn ang="0">
                            <a:pos x="csX12" y="csY12"/>
                          </a:cxn>
                          <a:cxn ang="0">
                            <a:pos x="csX13" y="csY13"/>
                          </a:cxn>
                          <a:cxn ang="0">
                            <a:pos x="csX14" y="csY14"/>
                          </a:cxn>
                          <a:cxn ang="0">
                            <a:pos x="csX15" y="csY15"/>
                          </a:cxn>
                          <a:cxn ang="0">
                            <a:pos x="csX16" y="csY16"/>
                          </a:cxn>
                          <a:cxn ang="0">
                            <a:pos x="csX17" y="csY17"/>
                          </a:cxn>
                        </a:cxnLst>
                        <a:rect l="l" t="t" r="r" b="b"/>
                        <a:pathLst>
                          <a:path w="323053" h="233673" fill="none" extrusionOk="0">
                            <a:moveTo>
                              <a:pt x="0" y="58418"/>
                            </a:moveTo>
                            <a:cubicBezTo>
                              <a:pt x="3492" y="57753"/>
                              <a:pt x="4921" y="59029"/>
                              <a:pt x="7302" y="58418"/>
                            </a:cubicBezTo>
                            <a:cubicBezTo>
                              <a:pt x="18944" y="116488"/>
                              <a:pt x="6214" y="124802"/>
                              <a:pt x="7302" y="175255"/>
                            </a:cubicBezTo>
                            <a:cubicBezTo>
                              <a:pt x="4849" y="175569"/>
                              <a:pt x="1889" y="174719"/>
                              <a:pt x="0" y="175255"/>
                            </a:cubicBezTo>
                            <a:cubicBezTo>
                              <a:pt x="-7959" y="126912"/>
                              <a:pt x="12134" y="82873"/>
                              <a:pt x="0" y="58418"/>
                            </a:cubicBezTo>
                            <a:close/>
                            <a:moveTo>
                              <a:pt x="14605" y="58418"/>
                            </a:moveTo>
                            <a:cubicBezTo>
                              <a:pt x="21420" y="57004"/>
                              <a:pt x="23537" y="59461"/>
                              <a:pt x="29209" y="58418"/>
                            </a:cubicBezTo>
                            <a:cubicBezTo>
                              <a:pt x="39558" y="111131"/>
                              <a:pt x="18591" y="142200"/>
                              <a:pt x="29209" y="175255"/>
                            </a:cubicBezTo>
                            <a:cubicBezTo>
                              <a:pt x="22473" y="175814"/>
                              <a:pt x="21875" y="175228"/>
                              <a:pt x="14605" y="175255"/>
                            </a:cubicBezTo>
                            <a:cubicBezTo>
                              <a:pt x="10168" y="122117"/>
                              <a:pt x="21702" y="92920"/>
                              <a:pt x="14605" y="58418"/>
                            </a:cubicBezTo>
                            <a:close/>
                            <a:moveTo>
                              <a:pt x="36511" y="58418"/>
                            </a:moveTo>
                            <a:cubicBezTo>
                              <a:pt x="105508" y="53038"/>
                              <a:pt x="154230" y="66204"/>
                              <a:pt x="206217" y="58418"/>
                            </a:cubicBezTo>
                            <a:cubicBezTo>
                              <a:pt x="200888" y="33748"/>
                              <a:pt x="210736" y="19838"/>
                              <a:pt x="206217" y="0"/>
                            </a:cubicBezTo>
                            <a:cubicBezTo>
                              <a:pt x="255471" y="29603"/>
                              <a:pt x="260485" y="64698"/>
                              <a:pt x="323053" y="116837"/>
                            </a:cubicBezTo>
                            <a:cubicBezTo>
                              <a:pt x="285487" y="161992"/>
                              <a:pt x="254529" y="170807"/>
                              <a:pt x="206217" y="233673"/>
                            </a:cubicBezTo>
                            <a:cubicBezTo>
                              <a:pt x="203281" y="217281"/>
                              <a:pt x="207126" y="201599"/>
                              <a:pt x="206217" y="175255"/>
                            </a:cubicBezTo>
                            <a:cubicBezTo>
                              <a:pt x="154817" y="183263"/>
                              <a:pt x="102302" y="173640"/>
                              <a:pt x="36511" y="175255"/>
                            </a:cubicBezTo>
                            <a:cubicBezTo>
                              <a:pt x="24908" y="132047"/>
                              <a:pt x="49371" y="113203"/>
                              <a:pt x="36511" y="58418"/>
                            </a:cubicBezTo>
                            <a:close/>
                          </a:path>
                          <a:path w="323053" h="233673" stroke="0" extrusionOk="0">
                            <a:moveTo>
                              <a:pt x="0" y="58418"/>
                            </a:moveTo>
                            <a:cubicBezTo>
                              <a:pt x="1641" y="58167"/>
                              <a:pt x="5321" y="58661"/>
                              <a:pt x="7302" y="58418"/>
                            </a:cubicBezTo>
                            <a:cubicBezTo>
                              <a:pt x="7686" y="112915"/>
                              <a:pt x="5307" y="126822"/>
                              <a:pt x="7302" y="175255"/>
                            </a:cubicBezTo>
                            <a:cubicBezTo>
                              <a:pt x="4281" y="175997"/>
                              <a:pt x="2436" y="174835"/>
                              <a:pt x="0" y="175255"/>
                            </a:cubicBezTo>
                            <a:cubicBezTo>
                              <a:pt x="-11497" y="124074"/>
                              <a:pt x="7682" y="102072"/>
                              <a:pt x="0" y="58418"/>
                            </a:cubicBezTo>
                            <a:close/>
                            <a:moveTo>
                              <a:pt x="14605" y="58418"/>
                            </a:moveTo>
                            <a:cubicBezTo>
                              <a:pt x="20137" y="57814"/>
                              <a:pt x="25295" y="60112"/>
                              <a:pt x="29209" y="58418"/>
                            </a:cubicBezTo>
                            <a:cubicBezTo>
                              <a:pt x="32228" y="102847"/>
                              <a:pt x="21042" y="138546"/>
                              <a:pt x="29209" y="175255"/>
                            </a:cubicBezTo>
                            <a:cubicBezTo>
                              <a:pt x="24301" y="175520"/>
                              <a:pt x="19209" y="174182"/>
                              <a:pt x="14605" y="175255"/>
                            </a:cubicBezTo>
                            <a:cubicBezTo>
                              <a:pt x="7015" y="148437"/>
                              <a:pt x="19567" y="98117"/>
                              <a:pt x="14605" y="58418"/>
                            </a:cubicBezTo>
                            <a:close/>
                            <a:moveTo>
                              <a:pt x="36511" y="58418"/>
                            </a:moveTo>
                            <a:cubicBezTo>
                              <a:pt x="90395" y="51229"/>
                              <a:pt x="154279" y="74237"/>
                              <a:pt x="206217" y="58418"/>
                            </a:cubicBezTo>
                            <a:cubicBezTo>
                              <a:pt x="199432" y="45887"/>
                              <a:pt x="207807" y="17911"/>
                              <a:pt x="206217" y="0"/>
                            </a:cubicBezTo>
                            <a:cubicBezTo>
                              <a:pt x="258051" y="37611"/>
                              <a:pt x="260777" y="75895"/>
                              <a:pt x="323053" y="116837"/>
                            </a:cubicBezTo>
                            <a:cubicBezTo>
                              <a:pt x="306293" y="158459"/>
                              <a:pt x="251100" y="187026"/>
                              <a:pt x="206217" y="233673"/>
                            </a:cubicBezTo>
                            <a:cubicBezTo>
                              <a:pt x="204480" y="215826"/>
                              <a:pt x="210939" y="203196"/>
                              <a:pt x="206217" y="175255"/>
                            </a:cubicBezTo>
                            <a:cubicBezTo>
                              <a:pt x="159032" y="179363"/>
                              <a:pt x="94242" y="159627"/>
                              <a:pt x="36511" y="175255"/>
                            </a:cubicBezTo>
                            <a:cubicBezTo>
                              <a:pt x="32067" y="145343"/>
                              <a:pt x="38457" y="82285"/>
                              <a:pt x="36511" y="58418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41" name="月 40">
              <a:extLst>
                <a:ext uri="{FF2B5EF4-FFF2-40B4-BE49-F238E27FC236}">
                  <a16:creationId xmlns:a16="http://schemas.microsoft.com/office/drawing/2014/main" id="{785D03DE-42EA-8127-7F19-BD6D37507CA7}"/>
                </a:ext>
              </a:extLst>
            </p:cNvPr>
            <p:cNvSpPr/>
            <p:nvPr/>
          </p:nvSpPr>
          <p:spPr>
            <a:xfrm>
              <a:off x="6288983" y="2468491"/>
              <a:ext cx="304137" cy="486572"/>
            </a:xfrm>
            <a:prstGeom prst="moon">
              <a:avLst>
                <a:gd name="adj" fmla="val 43544"/>
              </a:avLst>
            </a:prstGeom>
            <a:solidFill>
              <a:schemeClr val="bg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9408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共生 市村</dc:creator>
  <cp:lastModifiedBy>共生 市村</cp:lastModifiedBy>
  <cp:revision>59</cp:revision>
  <dcterms:created xsi:type="dcterms:W3CDTF">2026-07-31T00:59:42Z</dcterms:created>
  <dcterms:modified xsi:type="dcterms:W3CDTF">2026-08-22T01:36:58Z</dcterms:modified>
</cp:coreProperties>
</file>